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91" r:id="rId3"/>
    <p:sldId id="317" r:id="rId4"/>
    <p:sldId id="294" r:id="rId5"/>
    <p:sldId id="267" r:id="rId6"/>
    <p:sldId id="321" r:id="rId7"/>
    <p:sldId id="338" r:id="rId8"/>
    <p:sldId id="322" r:id="rId9"/>
    <p:sldId id="340" r:id="rId10"/>
    <p:sldId id="298" r:id="rId11"/>
    <p:sldId id="299" r:id="rId12"/>
    <p:sldId id="300" r:id="rId13"/>
    <p:sldId id="341" r:id="rId14"/>
    <p:sldId id="342" r:id="rId15"/>
    <p:sldId id="343" r:id="rId16"/>
    <p:sldId id="305" r:id="rId17"/>
    <p:sldId id="270" r:id="rId18"/>
  </p:sldIdLst>
  <p:sldSz cx="9144000" cy="5143500" type="screen16x9"/>
  <p:notesSz cx="6858000" cy="9144000"/>
  <p:embeddedFontLst>
    <p:embeddedFont>
      <p:font typeface="Barlow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3D9F"/>
    <a:srgbClr val="DD0982"/>
    <a:srgbClr val="A011AF"/>
    <a:srgbClr val="E16DD3"/>
    <a:srgbClr val="1C2025"/>
    <a:srgbClr val="252A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8D8741-D0AD-4143-806F-5A17B7FA6CCE}" v="159" dt="2026-06-23T20:39:27.9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88627" autoAdjust="0"/>
  </p:normalViewPr>
  <p:slideViewPr>
    <p:cSldViewPr snapToGrid="0">
      <p:cViewPr varScale="1">
        <p:scale>
          <a:sx n="96" d="100"/>
          <a:sy n="96" d="100"/>
        </p:scale>
        <p:origin x="1205" y="77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BERTO PEREZ MORERA" userId="b71f61fa-2a10-40af-a76c-06b5b43d475d" providerId="ADAL" clId="{CCE38196-6549-48A5-B8F0-4FE1DF2DB2E5}"/>
    <pc:docChg chg="undo redo custSel addSld delSld modSld sldOrd">
      <pc:chgData name="DANIEL ALBERTO PEREZ MORERA" userId="b71f61fa-2a10-40af-a76c-06b5b43d475d" providerId="ADAL" clId="{CCE38196-6549-48A5-B8F0-4FE1DF2DB2E5}" dt="2026-06-23T20:40:04.620" v="5173" actId="6549"/>
      <pc:docMkLst>
        <pc:docMk/>
      </pc:docMkLst>
      <pc:sldChg chg="addSp delSp modSp mod modNotesTx">
        <pc:chgData name="DANIEL ALBERTO PEREZ MORERA" userId="b71f61fa-2a10-40af-a76c-06b5b43d475d" providerId="ADAL" clId="{CCE38196-6549-48A5-B8F0-4FE1DF2DB2E5}" dt="2026-06-23T20:30:34.333" v="4983" actId="790"/>
        <pc:sldMkLst>
          <pc:docMk/>
          <pc:sldMk cId="0" sldId="256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0" sldId="256"/>
            <ac:spMk id="54" creationId="{00000000-0000-0000-0000-000000000000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0" sldId="256"/>
            <ac:spMk id="56" creationId="{00000000-0000-0000-0000-000000000000}"/>
          </ac:spMkLst>
        </pc:spChg>
        <pc:picChg chg="add del mod">
          <ac:chgData name="DANIEL ALBERTO PEREZ MORERA" userId="b71f61fa-2a10-40af-a76c-06b5b43d475d" providerId="ADAL" clId="{CCE38196-6549-48A5-B8F0-4FE1DF2DB2E5}" dt="2026-06-23T13:15:44.797" v="4337" actId="478"/>
          <ac:picMkLst>
            <pc:docMk/>
            <pc:sldMk cId="0" sldId="256"/>
            <ac:picMk id="2" creationId="{196367FB-B3A9-289B-9F2B-70A7C438B104}"/>
          </ac:picMkLst>
        </pc:picChg>
      </pc:sldChg>
      <pc:sldChg chg="modSp mod">
        <pc:chgData name="DANIEL ALBERTO PEREZ MORERA" userId="b71f61fa-2a10-40af-a76c-06b5b43d475d" providerId="ADAL" clId="{CCE38196-6549-48A5-B8F0-4FE1DF2DB2E5}" dt="2026-06-23T20:30:34.333" v="4983" actId="790"/>
        <pc:sldMkLst>
          <pc:docMk/>
          <pc:sldMk cId="626854903" sldId="267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626854903" sldId="267"/>
            <ac:spMk id="3" creationId="{528DAA31-0BA3-B069-412D-993B106BF391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626854903" sldId="267"/>
            <ac:spMk id="67" creationId="{D87299C6-8BB5-8CB5-A49C-6D8FACDC9DFF}"/>
          </ac:spMkLst>
        </pc:spChg>
      </pc:sldChg>
      <pc:sldChg chg="modSp mod">
        <pc:chgData name="DANIEL ALBERTO PEREZ MORERA" userId="b71f61fa-2a10-40af-a76c-06b5b43d475d" providerId="ADAL" clId="{CCE38196-6549-48A5-B8F0-4FE1DF2DB2E5}" dt="2026-06-23T20:40:04.620" v="5173" actId="6549"/>
        <pc:sldMkLst>
          <pc:docMk/>
          <pc:sldMk cId="2108678372" sldId="270"/>
        </pc:sldMkLst>
        <pc:spChg chg="mod">
          <ac:chgData name="DANIEL ALBERTO PEREZ MORERA" userId="b71f61fa-2a10-40af-a76c-06b5b43d475d" providerId="ADAL" clId="{CCE38196-6549-48A5-B8F0-4FE1DF2DB2E5}" dt="2026-06-23T20:40:04.620" v="5173" actId="6549"/>
          <ac:spMkLst>
            <pc:docMk/>
            <pc:sldMk cId="2108678372" sldId="270"/>
            <ac:spMk id="3" creationId="{F0DA7B92-31A2-DF94-93F6-BE7C91AC1D19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2108678372" sldId="270"/>
            <ac:spMk id="4" creationId="{E0850A5E-18D8-2676-68BF-90301D7AFEF1}"/>
          </ac:spMkLst>
        </pc:spChg>
        <pc:spChg chg="mod">
          <ac:chgData name="DANIEL ALBERTO PEREZ MORERA" userId="b71f61fa-2a10-40af-a76c-06b5b43d475d" providerId="ADAL" clId="{CCE38196-6549-48A5-B8F0-4FE1DF2DB2E5}" dt="2026-06-23T20:39:52.277" v="5169" actId="20577"/>
          <ac:spMkLst>
            <pc:docMk/>
            <pc:sldMk cId="2108678372" sldId="270"/>
            <ac:spMk id="67" creationId="{5A55AFBB-CFF1-3EEC-7586-86BB20F7696B}"/>
          </ac:spMkLst>
        </pc:spChg>
      </pc:sldChg>
      <pc:sldChg chg="addSp delSp modSp mod">
        <pc:chgData name="DANIEL ALBERTO PEREZ MORERA" userId="b71f61fa-2a10-40af-a76c-06b5b43d475d" providerId="ADAL" clId="{CCE38196-6549-48A5-B8F0-4FE1DF2DB2E5}" dt="2026-06-23T20:30:34.333" v="4983" actId="790"/>
        <pc:sldMkLst>
          <pc:docMk/>
          <pc:sldMk cId="665527692" sldId="291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665527692" sldId="291"/>
            <ac:spMk id="3" creationId="{F7488A58-F3D8-C9CC-0224-E3472DC4121D}"/>
          </ac:spMkLst>
        </pc:spChg>
        <pc:spChg chg="add del 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665527692" sldId="291"/>
            <ac:spMk id="4" creationId="{961EC2EE-8592-6FB6-E417-A4F702CC0E38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665527692" sldId="291"/>
            <ac:spMk id="74" creationId="{F3A35975-0B55-6B71-BE69-DFD537B64BE1}"/>
          </ac:spMkLst>
        </pc:spChg>
        <pc:graphicFrameChg chg="add del mod modGraphic">
          <ac:chgData name="DANIEL ALBERTO PEREZ MORERA" userId="b71f61fa-2a10-40af-a76c-06b5b43d475d" providerId="ADAL" clId="{CCE38196-6549-48A5-B8F0-4FE1DF2DB2E5}" dt="2026-06-23T13:24:26.430" v="4408" actId="21"/>
          <ac:graphicFrameMkLst>
            <pc:docMk/>
            <pc:sldMk cId="665527692" sldId="291"/>
            <ac:graphicFrameMk id="6" creationId="{443934D0-1B9B-3EA1-E33E-50F60F3FD15B}"/>
          </ac:graphicFrameMkLst>
        </pc:graphicFrameChg>
        <pc:graphicFrameChg chg="add 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665527692" sldId="291"/>
            <ac:graphicFrameMk id="10" creationId="{F8666BBD-9A8E-DAD0-2B3B-988B6B164ABA}"/>
          </ac:graphicFrameMkLst>
        </pc:graphicFrameChg>
        <pc:graphicFrameChg chg="add del mod modGraphic">
          <ac:chgData name="DANIEL ALBERTO PEREZ MORERA" userId="b71f61fa-2a10-40af-a76c-06b5b43d475d" providerId="ADAL" clId="{CCE38196-6549-48A5-B8F0-4FE1DF2DB2E5}" dt="2026-06-23T13:16:14.432" v="4341" actId="478"/>
          <ac:graphicFrameMkLst>
            <pc:docMk/>
            <pc:sldMk cId="665527692" sldId="291"/>
            <ac:graphicFrameMk id="11" creationId="{388F639B-45B5-6C9D-4B33-2D52A8C72F0B}"/>
          </ac:graphicFrameMkLst>
        </pc:graphicFrameChg>
        <pc:picChg chg="add mod">
          <ac:chgData name="DANIEL ALBERTO PEREZ MORERA" userId="b71f61fa-2a10-40af-a76c-06b5b43d475d" providerId="ADAL" clId="{CCE38196-6549-48A5-B8F0-4FE1DF2DB2E5}" dt="2026-06-23T13:25:08.230" v="4413" actId="1076"/>
          <ac:picMkLst>
            <pc:docMk/>
            <pc:sldMk cId="665527692" sldId="291"/>
            <ac:picMk id="8" creationId="{1FBD36E6-4613-A0A7-14B0-A0E3C10D536F}"/>
          </ac:picMkLst>
        </pc:picChg>
      </pc:sldChg>
      <pc:sldChg chg="addSp delSp modSp mod ord modShow">
        <pc:chgData name="DANIEL ALBERTO PEREZ MORERA" userId="b71f61fa-2a10-40af-a76c-06b5b43d475d" providerId="ADAL" clId="{CCE38196-6549-48A5-B8F0-4FE1DF2DB2E5}" dt="2026-06-23T20:30:34.333" v="4983" actId="790"/>
        <pc:sldMkLst>
          <pc:docMk/>
          <pc:sldMk cId="3086002582" sldId="294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3086002582" sldId="294"/>
            <ac:spMk id="2" creationId="{928E484C-C269-B83D-BE8B-1E6F7C0866F3}"/>
          </ac:spMkLst>
        </pc:spChg>
        <pc:spChg chg="add 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3086002582" sldId="294"/>
            <ac:spMk id="5" creationId="{41C185C6-4754-BEB8-AA82-6669FB6D3642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3086002582" sldId="294"/>
            <ac:spMk id="6" creationId="{6C4751FF-10E8-BD50-5CC0-19001B8597E4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3086002582" sldId="294"/>
            <ac:spMk id="73" creationId="{767E8E00-DA77-2245-CE53-4621AC3F669A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3086002582" sldId="294"/>
            <ac:spMk id="74" creationId="{046CDC0F-0A26-22DD-B812-C4B3F0F25646}"/>
          </ac:spMkLst>
        </pc:sp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3086002582" sldId="294"/>
            <ac:graphicFrameMk id="4" creationId="{2F3D280B-F062-6C46-988C-A1E3C11A6676}"/>
          </ac:graphicFrameMkLst>
        </pc:graphicFrameChg>
      </pc:sldChg>
      <pc:sldChg chg="addSp delSp modSp mod ord">
        <pc:chgData name="DANIEL ALBERTO PEREZ MORERA" userId="b71f61fa-2a10-40af-a76c-06b5b43d475d" providerId="ADAL" clId="{CCE38196-6549-48A5-B8F0-4FE1DF2DB2E5}" dt="2026-06-23T20:31:45.967" v="4986" actId="404"/>
        <pc:sldMkLst>
          <pc:docMk/>
          <pc:sldMk cId="827229638" sldId="298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827229638" sldId="298"/>
            <ac:spMk id="5" creationId="{C0A43904-98B7-A1C7-FBED-E1B111AEE597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827229638" sldId="298"/>
            <ac:spMk id="74" creationId="{0CAE8293-9634-BB57-E93A-EA9356026C51}"/>
          </ac:spMkLst>
        </pc:spChg>
        <pc:graphicFrameChg chg="mod modGraphic">
          <ac:chgData name="DANIEL ALBERTO PEREZ MORERA" userId="b71f61fa-2a10-40af-a76c-06b5b43d475d" providerId="ADAL" clId="{CCE38196-6549-48A5-B8F0-4FE1DF2DB2E5}" dt="2026-06-23T20:31:45.967" v="4986" actId="404"/>
          <ac:graphicFrameMkLst>
            <pc:docMk/>
            <pc:sldMk cId="827229638" sldId="298"/>
            <ac:graphicFrameMk id="2" creationId="{C6902F86-3715-BB10-472D-78B9AF1A6395}"/>
          </ac:graphicFrameMkLst>
        </pc:graphicFrameChg>
      </pc:sldChg>
      <pc:sldChg chg="modSp mod ord">
        <pc:chgData name="DANIEL ALBERTO PEREZ MORERA" userId="b71f61fa-2a10-40af-a76c-06b5b43d475d" providerId="ADAL" clId="{CCE38196-6549-48A5-B8F0-4FE1DF2DB2E5}" dt="2026-06-23T20:30:34.333" v="4983" actId="790"/>
        <pc:sldMkLst>
          <pc:docMk/>
          <pc:sldMk cId="3960026307" sldId="299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3960026307" sldId="299"/>
            <ac:spMk id="3" creationId="{D0596DCB-EF2E-DBB1-EA81-403EA00A0E97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3960026307" sldId="299"/>
            <ac:spMk id="67" creationId="{C3DF5FD0-978A-C0FC-61D4-D53627348049}"/>
          </ac:spMkLst>
        </pc:spChg>
      </pc:sldChg>
      <pc:sldChg chg="addSp delSp modSp mod">
        <pc:chgData name="DANIEL ALBERTO PEREZ MORERA" userId="b71f61fa-2a10-40af-a76c-06b5b43d475d" providerId="ADAL" clId="{CCE38196-6549-48A5-B8F0-4FE1DF2DB2E5}" dt="2026-06-23T20:35:49.142" v="5095" actId="1076"/>
        <pc:sldMkLst>
          <pc:docMk/>
          <pc:sldMk cId="3011741867" sldId="300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3011741867" sldId="300"/>
            <ac:spMk id="3" creationId="{75D03D65-A5D0-2C47-8B4F-BE4838ADD82D}"/>
          </ac:spMkLst>
        </pc:spChg>
        <pc:spChg chg="mod">
          <ac:chgData name="DANIEL ALBERTO PEREZ MORERA" userId="b71f61fa-2a10-40af-a76c-06b5b43d475d" providerId="ADAL" clId="{CCE38196-6549-48A5-B8F0-4FE1DF2DB2E5}" dt="2026-06-23T20:35:49.142" v="5095" actId="1076"/>
          <ac:spMkLst>
            <pc:docMk/>
            <pc:sldMk cId="3011741867" sldId="300"/>
            <ac:spMk id="17" creationId="{E2378774-049D-6134-CA41-F8EC6D405F7A}"/>
          </ac:spMkLst>
        </pc:spChg>
        <pc:graphicFrameChg chg="add del mod modGraphic">
          <ac:chgData name="DANIEL ALBERTO PEREZ MORERA" userId="b71f61fa-2a10-40af-a76c-06b5b43d475d" providerId="ADAL" clId="{CCE38196-6549-48A5-B8F0-4FE1DF2DB2E5}" dt="2026-06-23T20:34:14.948" v="4987" actId="478"/>
          <ac:graphicFrameMkLst>
            <pc:docMk/>
            <pc:sldMk cId="3011741867" sldId="300"/>
            <ac:graphicFrameMk id="4" creationId="{7172C20A-E001-7F91-040A-95A0E2AD3B90}"/>
          </ac:graphicFrameMkLst>
        </pc:graphicFrameChg>
        <pc:graphicFrameChg chg="add del mod modGraphic">
          <ac:chgData name="DANIEL ALBERTO PEREZ MORERA" userId="b71f61fa-2a10-40af-a76c-06b5b43d475d" providerId="ADAL" clId="{CCE38196-6549-48A5-B8F0-4FE1DF2DB2E5}" dt="2026-06-23T20:34:21.570" v="4989" actId="478"/>
          <ac:graphicFrameMkLst>
            <pc:docMk/>
            <pc:sldMk cId="3011741867" sldId="300"/>
            <ac:graphicFrameMk id="6" creationId="{47BE325F-A35A-DA13-F2CB-1F52544C6E0F}"/>
          </ac:graphicFrameMkLst>
        </pc:graphicFrameChg>
        <pc:picChg chg="add mod">
          <ac:chgData name="DANIEL ALBERTO PEREZ MORERA" userId="b71f61fa-2a10-40af-a76c-06b5b43d475d" providerId="ADAL" clId="{CCE38196-6549-48A5-B8F0-4FE1DF2DB2E5}" dt="2026-06-23T20:34:34.855" v="4994" actId="1076"/>
          <ac:picMkLst>
            <pc:docMk/>
            <pc:sldMk cId="3011741867" sldId="300"/>
            <ac:picMk id="5" creationId="{1EE72C41-1F20-3C2A-D3D8-27AEE7193E28}"/>
          </ac:picMkLst>
        </pc:picChg>
      </pc:sldChg>
      <pc:sldChg chg="modSp mod">
        <pc:chgData name="DANIEL ALBERTO PEREZ MORERA" userId="b71f61fa-2a10-40af-a76c-06b5b43d475d" providerId="ADAL" clId="{CCE38196-6549-48A5-B8F0-4FE1DF2DB2E5}" dt="2026-06-23T20:30:34.333" v="4983" actId="790"/>
        <pc:sldMkLst>
          <pc:docMk/>
          <pc:sldMk cId="1066387188" sldId="305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1066387188" sldId="305"/>
            <ac:spMk id="3" creationId="{69729D7B-CAEC-C50A-E60D-918C208A6DB4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1066387188" sldId="305"/>
            <ac:spMk id="67" creationId="{D430B8CF-8309-40FC-B438-C9608ED4A06E}"/>
          </ac:spMkLst>
        </pc:spChg>
      </pc:sldChg>
      <pc:sldChg chg="delSp modSp del mod ord">
        <pc:chgData name="DANIEL ALBERTO PEREZ MORERA" userId="b71f61fa-2a10-40af-a76c-06b5b43d475d" providerId="ADAL" clId="{CCE38196-6549-48A5-B8F0-4FE1DF2DB2E5}" dt="2026-06-23T20:39:42.089" v="5161" actId="47"/>
        <pc:sldMkLst>
          <pc:docMk/>
          <pc:sldMk cId="3362172551" sldId="310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3362172551" sldId="310"/>
            <ac:spMk id="9" creationId="{EA7316A3-2D94-3219-1809-3FEC4BCF29A3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3362172551" sldId="310"/>
            <ac:spMk id="61" creationId="{5EAE15AB-153C-1456-5986-47228DE76E20}"/>
          </ac:spMkLst>
        </pc:spChg>
      </pc:sldChg>
      <pc:sldChg chg="addSp delSp modSp del mod">
        <pc:chgData name="DANIEL ALBERTO PEREZ MORERA" userId="b71f61fa-2a10-40af-a76c-06b5b43d475d" providerId="ADAL" clId="{CCE38196-6549-48A5-B8F0-4FE1DF2DB2E5}" dt="2026-06-23T20:39:42.089" v="5161" actId="47"/>
        <pc:sldMkLst>
          <pc:docMk/>
          <pc:sldMk cId="3221013934" sldId="311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3221013934" sldId="311"/>
            <ac:spMk id="5" creationId="{2C108D6D-A42A-77EA-BFC5-D0DFAF3C1E67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3221013934" sldId="311"/>
            <ac:spMk id="74" creationId="{1390D166-1A39-CBD6-D801-A8ABB89531CB}"/>
          </ac:spMkLst>
        </pc:spChg>
        <pc:graphicFrameChg chg="add 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3221013934" sldId="311"/>
            <ac:graphicFrameMk id="4" creationId="{A0F69714-4748-3F85-1C80-0779220AD796}"/>
          </ac:graphicFrameMkLst>
        </pc:graphicFrameChg>
      </pc:sldChg>
      <pc:sldChg chg="addSp delSp modSp add del mod ord modShow">
        <pc:chgData name="DANIEL ALBERTO PEREZ MORERA" userId="b71f61fa-2a10-40af-a76c-06b5b43d475d" providerId="ADAL" clId="{CCE38196-6549-48A5-B8F0-4FE1DF2DB2E5}" dt="2026-06-23T20:39:47.810" v="5162" actId="47"/>
        <pc:sldMkLst>
          <pc:docMk/>
          <pc:sldMk cId="1341208832" sldId="314"/>
        </pc:sldMkLst>
        <pc:spChg chg="add 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1341208832" sldId="314"/>
            <ac:spMk id="3" creationId="{3DF4E7CC-691E-31EE-3E4B-0D06230AD6FB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1341208832" sldId="314"/>
            <ac:spMk id="4" creationId="{DADE68DF-CFB2-38C3-46EB-E973449A7152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1341208832" sldId="314"/>
            <ac:spMk id="74" creationId="{FE8AE947-6438-E3C1-75D3-BA740399127F}"/>
          </ac:spMkLst>
        </pc:sp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1341208832" sldId="314"/>
            <ac:graphicFrameMk id="8" creationId="{042A4AB1-0C7E-3348-C62F-3DDAFFBAB4F8}"/>
          </ac:graphicFrameMkLst>
        </pc:graphicFrameChg>
      </pc:sldChg>
      <pc:sldChg chg="addSp delSp modSp add del mod modTransition modAnim">
        <pc:chgData name="DANIEL ALBERTO PEREZ MORERA" userId="b71f61fa-2a10-40af-a76c-06b5b43d475d" providerId="ADAL" clId="{CCE38196-6549-48A5-B8F0-4FE1DF2DB2E5}" dt="2026-06-23T13:30:36.551" v="4533" actId="47"/>
        <pc:sldMkLst>
          <pc:docMk/>
          <pc:sldMk cId="2194979216" sldId="316"/>
        </pc:sldMkLst>
        <pc:spChg chg="mod">
          <ac:chgData name="DANIEL ALBERTO PEREZ MORERA" userId="b71f61fa-2a10-40af-a76c-06b5b43d475d" providerId="ADAL" clId="{CCE38196-6549-48A5-B8F0-4FE1DF2DB2E5}" dt="2026-06-23T13:30:28.467" v="4532" actId="790"/>
          <ac:spMkLst>
            <pc:docMk/>
            <pc:sldMk cId="2194979216" sldId="316"/>
            <ac:spMk id="3" creationId="{9B4460EA-8506-F579-0B7C-90842C988AF2}"/>
          </ac:spMkLst>
        </pc:spChg>
        <pc:spChg chg="mod">
          <ac:chgData name="DANIEL ALBERTO PEREZ MORERA" userId="b71f61fa-2a10-40af-a76c-06b5b43d475d" providerId="ADAL" clId="{CCE38196-6549-48A5-B8F0-4FE1DF2DB2E5}" dt="2026-06-23T13:30:28.467" v="4532" actId="790"/>
          <ac:spMkLst>
            <pc:docMk/>
            <pc:sldMk cId="2194979216" sldId="316"/>
            <ac:spMk id="4" creationId="{ADEF4820-A24F-477D-90B5-C369F95A9C15}"/>
          </ac:spMkLst>
        </pc:spChg>
        <pc:spChg chg="mod">
          <ac:chgData name="DANIEL ALBERTO PEREZ MORERA" userId="b71f61fa-2a10-40af-a76c-06b5b43d475d" providerId="ADAL" clId="{CCE38196-6549-48A5-B8F0-4FE1DF2DB2E5}" dt="2026-06-23T13:30:28.467" v="4532" actId="790"/>
          <ac:spMkLst>
            <pc:docMk/>
            <pc:sldMk cId="2194979216" sldId="316"/>
            <ac:spMk id="74" creationId="{A6827A2A-61B7-D3CD-2025-CD01258BC78E}"/>
          </ac:spMkLst>
        </pc:spChg>
        <pc:graphicFrameChg chg="add mod modGraphic">
          <ac:chgData name="DANIEL ALBERTO PEREZ MORERA" userId="b71f61fa-2a10-40af-a76c-06b5b43d475d" providerId="ADAL" clId="{CCE38196-6549-48A5-B8F0-4FE1DF2DB2E5}" dt="2026-06-23T13:30:28.467" v="4532" actId="790"/>
          <ac:graphicFrameMkLst>
            <pc:docMk/>
            <pc:sldMk cId="2194979216" sldId="316"/>
            <ac:graphicFrameMk id="6" creationId="{FA68EE5F-8288-0069-F056-DF1E349CE4C0}"/>
          </ac:graphicFrameMkLst>
        </pc:graphicFrameChg>
      </pc:sldChg>
      <pc:sldChg chg="addSp delSp modSp add mod">
        <pc:chgData name="DANIEL ALBERTO PEREZ MORERA" userId="b71f61fa-2a10-40af-a76c-06b5b43d475d" providerId="ADAL" clId="{CCE38196-6549-48A5-B8F0-4FE1DF2DB2E5}" dt="2026-06-23T20:30:34.333" v="4983" actId="790"/>
        <pc:sldMkLst>
          <pc:docMk/>
          <pc:sldMk cId="959924898" sldId="317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959924898" sldId="317"/>
            <ac:spMk id="4" creationId="{131C46BB-A9B1-B889-9E2F-31AB33AB997E}"/>
          </ac:spMkLst>
        </pc:spChg>
        <pc:spChg chg="add 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959924898" sldId="317"/>
            <ac:spMk id="7" creationId="{1173E7D5-8C90-5F8C-D532-07392A691593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959924898" sldId="317"/>
            <ac:spMk id="74" creationId="{4998DDB5-9BAE-A3C8-F63B-C54CAEF704FD}"/>
          </ac:spMkLst>
        </pc:sp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959924898" sldId="317"/>
            <ac:graphicFrameMk id="3" creationId="{C6CA9B16-04B7-D45B-C4AE-412C332FD892}"/>
          </ac:graphicFrameMkLst>
        </pc:graphicFrameChg>
      </pc:sldChg>
      <pc:sldChg chg="addSp delSp modSp add del mod ord modShow">
        <pc:chgData name="DANIEL ALBERTO PEREZ MORERA" userId="b71f61fa-2a10-40af-a76c-06b5b43d475d" providerId="ADAL" clId="{CCE38196-6549-48A5-B8F0-4FE1DF2DB2E5}" dt="2026-06-23T20:39:47.810" v="5162" actId="47"/>
        <pc:sldMkLst>
          <pc:docMk/>
          <pc:sldMk cId="508773005" sldId="318"/>
        </pc:sldMkLst>
        <pc:spChg chg="add 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508773005" sldId="318"/>
            <ac:spMk id="3" creationId="{5DC8828D-5F76-F8BD-93F3-E67B08DE3487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508773005" sldId="318"/>
            <ac:spMk id="4" creationId="{1FCBDFB9-F4F4-EE22-0174-F1EFC12BBBAE}"/>
          </ac:spMkLst>
        </pc:spChg>
        <pc:spChg chg="add 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508773005" sldId="318"/>
            <ac:spMk id="5" creationId="{3C4DA2E4-BDAD-B3A7-0952-FCFE63F1CAD3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508773005" sldId="318"/>
            <ac:spMk id="74" creationId="{EBBE5C5C-3FF6-9512-F9B8-BD3C4F1A7905}"/>
          </ac:spMkLst>
        </pc:spChg>
        <pc:grpChg chg="add mod">
          <ac:chgData name="DANIEL ALBERTO PEREZ MORERA" userId="b71f61fa-2a10-40af-a76c-06b5b43d475d" providerId="ADAL" clId="{CCE38196-6549-48A5-B8F0-4FE1DF2DB2E5}" dt="2026-06-16T04:34:45.311" v="2759" actId="164"/>
          <ac:grpSpMkLst>
            <pc:docMk/>
            <pc:sldMk cId="508773005" sldId="318"/>
            <ac:grpSpMk id="6" creationId="{1D6F3A98-9D7C-CF1F-B962-AEE2ED83D565}"/>
          </ac:grpSpMkLst>
        </pc:grp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508773005" sldId="318"/>
            <ac:graphicFrameMk id="9" creationId="{526831F6-CD82-E380-649A-B35531462CBF}"/>
          </ac:graphicFrameMkLst>
        </pc:graphicFrame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508773005" sldId="318"/>
            <ac:graphicFrameMk id="11" creationId="{25D6BBD9-BC47-299C-1AC9-FFB88555F55F}"/>
          </ac:graphicFrameMkLst>
        </pc:graphicFrameChg>
      </pc:sldChg>
      <pc:sldChg chg="addSp delSp modSp add mod ord">
        <pc:chgData name="DANIEL ALBERTO PEREZ MORERA" userId="b71f61fa-2a10-40af-a76c-06b5b43d475d" providerId="ADAL" clId="{CCE38196-6549-48A5-B8F0-4FE1DF2DB2E5}" dt="2026-06-23T20:30:34.333" v="4983" actId="790"/>
        <pc:sldMkLst>
          <pc:docMk/>
          <pc:sldMk cId="2895749155" sldId="321"/>
        </pc:sldMkLst>
        <pc:spChg chg="add del mod">
          <ac:chgData name="DANIEL ALBERTO PEREZ MORERA" userId="b71f61fa-2a10-40af-a76c-06b5b43d475d" providerId="ADAL" clId="{CCE38196-6549-48A5-B8F0-4FE1DF2DB2E5}" dt="2026-06-23T13:40:03.410" v="4678" actId="478"/>
          <ac:spMkLst>
            <pc:docMk/>
            <pc:sldMk cId="2895749155" sldId="321"/>
            <ac:spMk id="3" creationId="{0FA97B3A-67BD-D5B1-5579-3F1E2767239D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2895749155" sldId="321"/>
            <ac:spMk id="4" creationId="{F83C6554-2DCB-20B4-4B7F-DDF8D435870F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2895749155" sldId="321"/>
            <ac:spMk id="7" creationId="{C6C8432F-788A-CAEB-7047-4313EFB338A6}"/>
          </ac:spMkLst>
        </pc:sp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2895749155" sldId="321"/>
            <ac:graphicFrameMk id="6" creationId="{F0ABA74D-E5AD-3E45-CD53-28701F8F42BA}"/>
          </ac:graphicFrameMkLst>
        </pc:graphicFrameChg>
      </pc:sldChg>
      <pc:sldChg chg="addSp delSp modSp add mod">
        <pc:chgData name="DANIEL ALBERTO PEREZ MORERA" userId="b71f61fa-2a10-40af-a76c-06b5b43d475d" providerId="ADAL" clId="{CCE38196-6549-48A5-B8F0-4FE1DF2DB2E5}" dt="2026-06-23T20:30:34.333" v="4983" actId="790"/>
        <pc:sldMkLst>
          <pc:docMk/>
          <pc:sldMk cId="3247956271" sldId="322"/>
        </pc:sldMkLst>
        <pc:spChg chg="add del mod">
          <ac:chgData name="DANIEL ALBERTO PEREZ MORERA" userId="b71f61fa-2a10-40af-a76c-06b5b43d475d" providerId="ADAL" clId="{CCE38196-6549-48A5-B8F0-4FE1DF2DB2E5}" dt="2026-06-23T20:10:47.756" v="4827" actId="478"/>
          <ac:spMkLst>
            <pc:docMk/>
            <pc:sldMk cId="3247956271" sldId="322"/>
            <ac:spMk id="4" creationId="{1CC42CE1-FE76-467C-80EC-A5D875FA5745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3247956271" sldId="322"/>
            <ac:spMk id="6" creationId="{89B95F51-B82F-2AEC-60F6-9AC60931AA1B}"/>
          </ac:spMkLst>
        </pc:spChg>
        <pc:spChg chg="add 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3247956271" sldId="322"/>
            <ac:spMk id="9" creationId="{A705C6F1-1D2B-E8FF-302C-3993A2F0B7F6}"/>
          </ac:spMkLst>
        </pc:spChg>
        <pc:spChg chg="add mod topLvl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3247956271" sldId="322"/>
            <ac:spMk id="19" creationId="{1F45A26B-CD8E-7B08-4628-7551F28D221E}"/>
          </ac:spMkLst>
        </pc:spChg>
        <pc:spChg chg="add mod">
          <ac:chgData name="DANIEL ALBERTO PEREZ MORERA" userId="b71f61fa-2a10-40af-a76c-06b5b43d475d" providerId="ADAL" clId="{CCE38196-6549-48A5-B8F0-4FE1DF2DB2E5}" dt="2026-06-23T13:39:55.745" v="4677" actId="790"/>
          <ac:spMkLst>
            <pc:docMk/>
            <pc:sldMk cId="3247956271" sldId="322"/>
            <ac:spMk id="22" creationId="{F1D74904-1466-4B52-E1A8-C8ADDFFC75DD}"/>
          </ac:spMkLst>
        </pc:spChg>
        <pc:spChg chg="add mod">
          <ac:chgData name="DANIEL ALBERTO PEREZ MORERA" userId="b71f61fa-2a10-40af-a76c-06b5b43d475d" providerId="ADAL" clId="{CCE38196-6549-48A5-B8F0-4FE1DF2DB2E5}" dt="2026-06-23T13:39:55.745" v="4677" actId="790"/>
          <ac:spMkLst>
            <pc:docMk/>
            <pc:sldMk cId="3247956271" sldId="322"/>
            <ac:spMk id="24" creationId="{C473EFF0-6DA8-4EE8-1095-C72FAAA6C4B4}"/>
          </ac:spMkLst>
        </pc:spChg>
        <pc:spChg chg="add mod">
          <ac:chgData name="DANIEL ALBERTO PEREZ MORERA" userId="b71f61fa-2a10-40af-a76c-06b5b43d475d" providerId="ADAL" clId="{CCE38196-6549-48A5-B8F0-4FE1DF2DB2E5}" dt="2026-06-23T13:39:55.745" v="4677" actId="790"/>
          <ac:spMkLst>
            <pc:docMk/>
            <pc:sldMk cId="3247956271" sldId="322"/>
            <ac:spMk id="26" creationId="{9FC5EB0E-83FB-F8DC-456D-6F77C6EA5C77}"/>
          </ac:spMkLst>
        </pc:spChg>
        <pc:spChg chg="add mod">
          <ac:chgData name="DANIEL ALBERTO PEREZ MORERA" userId="b71f61fa-2a10-40af-a76c-06b5b43d475d" providerId="ADAL" clId="{CCE38196-6549-48A5-B8F0-4FE1DF2DB2E5}" dt="2026-06-23T13:39:55.745" v="4677" actId="790"/>
          <ac:spMkLst>
            <pc:docMk/>
            <pc:sldMk cId="3247956271" sldId="322"/>
            <ac:spMk id="29" creationId="{2134CB1D-1F4F-5882-E4CB-D98BA6849AA4}"/>
          </ac:spMkLst>
        </pc:spChg>
        <pc:spChg chg="add mod">
          <ac:chgData name="DANIEL ALBERTO PEREZ MORERA" userId="b71f61fa-2a10-40af-a76c-06b5b43d475d" providerId="ADAL" clId="{CCE38196-6549-48A5-B8F0-4FE1DF2DB2E5}" dt="2026-06-23T13:39:55.745" v="4677" actId="790"/>
          <ac:spMkLst>
            <pc:docMk/>
            <pc:sldMk cId="3247956271" sldId="322"/>
            <ac:spMk id="31" creationId="{9FEC1CFC-1FDB-DDDD-93F5-9F435315F6EF}"/>
          </ac:spMkLst>
        </pc:spChg>
        <pc:spChg chg="add mod">
          <ac:chgData name="DANIEL ALBERTO PEREZ MORERA" userId="b71f61fa-2a10-40af-a76c-06b5b43d475d" providerId="ADAL" clId="{CCE38196-6549-48A5-B8F0-4FE1DF2DB2E5}" dt="2026-06-23T13:39:55.745" v="4677" actId="790"/>
          <ac:spMkLst>
            <pc:docMk/>
            <pc:sldMk cId="3247956271" sldId="322"/>
            <ac:spMk id="33" creationId="{1276E944-5787-30EA-F9A2-79F7C1A826FA}"/>
          </ac:spMkLst>
        </pc:spChg>
        <pc:spChg chg="add del mod">
          <ac:chgData name="DANIEL ALBERTO PEREZ MORERA" userId="b71f61fa-2a10-40af-a76c-06b5b43d475d" providerId="ADAL" clId="{CCE38196-6549-48A5-B8F0-4FE1DF2DB2E5}" dt="2026-06-23T20:10:53.736" v="4829" actId="478"/>
          <ac:spMkLst>
            <pc:docMk/>
            <pc:sldMk cId="3247956271" sldId="322"/>
            <ac:spMk id="36" creationId="{14E647F8-E0A9-E0AC-ECB4-AF5064A57445}"/>
          </ac:spMkLst>
        </pc:spChg>
        <pc:grpChg chg="add del mod">
          <ac:chgData name="DANIEL ALBERTO PEREZ MORERA" userId="b71f61fa-2a10-40af-a76c-06b5b43d475d" providerId="ADAL" clId="{CCE38196-6549-48A5-B8F0-4FE1DF2DB2E5}" dt="2026-06-23T20:10:56.337" v="4830" actId="478"/>
          <ac:grpSpMkLst>
            <pc:docMk/>
            <pc:sldMk cId="3247956271" sldId="322"/>
            <ac:grpSpMk id="34" creationId="{259217F9-DC8E-5D40-B5F8-3A70852E8A79}"/>
          </ac:grpSpMkLst>
        </pc:grpChg>
        <pc:graphicFrameChg chg="add del mod modGraphic">
          <ac:chgData name="DANIEL ALBERTO PEREZ MORERA" userId="b71f61fa-2a10-40af-a76c-06b5b43d475d" providerId="ADAL" clId="{CCE38196-6549-48A5-B8F0-4FE1DF2DB2E5}" dt="2026-06-23T20:10:51.485" v="4828" actId="478"/>
          <ac:graphicFrameMkLst>
            <pc:docMk/>
            <pc:sldMk cId="3247956271" sldId="322"/>
            <ac:graphicFrameMk id="2" creationId="{9CB62493-F7AD-446B-7A60-E38FBAACDA0D}"/>
          </ac:graphicFrameMkLst>
        </pc:graphicFrameChg>
        <pc:graphicFrameChg chg="add del modGraphic">
          <ac:chgData name="DANIEL ALBERTO PEREZ MORERA" userId="b71f61fa-2a10-40af-a76c-06b5b43d475d" providerId="ADAL" clId="{CCE38196-6549-48A5-B8F0-4FE1DF2DB2E5}" dt="2026-06-23T20:11:58.011" v="4837" actId="478"/>
          <ac:graphicFrameMkLst>
            <pc:docMk/>
            <pc:sldMk cId="3247956271" sldId="322"/>
            <ac:graphicFrameMk id="8" creationId="{59DB4078-5038-1434-AFD1-360345F769F4}"/>
          </ac:graphicFrameMkLst>
        </pc:graphicFrameChg>
        <pc:graphicFrameChg chg="add del mod modGraphic">
          <ac:chgData name="DANIEL ALBERTO PEREZ MORERA" userId="b71f61fa-2a10-40af-a76c-06b5b43d475d" providerId="ADAL" clId="{CCE38196-6549-48A5-B8F0-4FE1DF2DB2E5}" dt="2026-06-23T20:13:09.017" v="4843" actId="478"/>
          <ac:graphicFrameMkLst>
            <pc:docMk/>
            <pc:sldMk cId="3247956271" sldId="322"/>
            <ac:graphicFrameMk id="10" creationId="{3EFCA28A-62F7-CA13-7AFA-6C7791F60E6E}"/>
          </ac:graphicFrameMkLst>
        </pc:graphicFrameChg>
        <pc:graphicFrameChg chg="add 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3247956271" sldId="322"/>
            <ac:graphicFrameMk id="11" creationId="{7FE2D8A4-6F55-428B-8729-78BE14E9ACC9}"/>
          </ac:graphicFrameMkLst>
        </pc:graphicFrameChg>
        <pc:picChg chg="add mod">
          <ac:chgData name="DANIEL ALBERTO PEREZ MORERA" userId="b71f61fa-2a10-40af-a76c-06b5b43d475d" providerId="ADAL" clId="{CCE38196-6549-48A5-B8F0-4FE1DF2DB2E5}" dt="2026-06-23T20:15:14.798" v="4867" actId="1076"/>
          <ac:picMkLst>
            <pc:docMk/>
            <pc:sldMk cId="3247956271" sldId="322"/>
            <ac:picMk id="7" creationId="{586F9645-D332-40E4-D449-EDDAB96A7E35}"/>
          </ac:picMkLst>
        </pc:picChg>
      </pc:sldChg>
      <pc:sldChg chg="addSp delSp modSp add del mod ord">
        <pc:chgData name="DANIEL ALBERTO PEREZ MORERA" userId="b71f61fa-2a10-40af-a76c-06b5b43d475d" providerId="ADAL" clId="{CCE38196-6549-48A5-B8F0-4FE1DF2DB2E5}" dt="2026-06-23T20:19:16.107" v="4949" actId="47"/>
        <pc:sldMkLst>
          <pc:docMk/>
          <pc:sldMk cId="3129952439" sldId="324"/>
        </pc:sldMkLst>
        <pc:spChg chg="add 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3129952439" sldId="324"/>
            <ac:spMk id="5" creationId="{18179C3C-FB95-D61B-A428-D3F1A3C69C23}"/>
          </ac:spMkLst>
        </pc:spChg>
        <pc:spChg chg="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3129952439" sldId="324"/>
            <ac:spMk id="7" creationId="{8E0A5AB6-6FBB-5BA2-1881-5837143180FE}"/>
          </ac:spMkLst>
        </pc:spChg>
        <pc:spChg chg="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3129952439" sldId="324"/>
            <ac:spMk id="8" creationId="{574DC80A-188B-37A1-E643-C068597D7C88}"/>
          </ac:spMkLst>
        </pc:spChg>
        <pc:spChg chg="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3129952439" sldId="324"/>
            <ac:spMk id="9" creationId="{45E53F60-D027-BEA4-2C99-7405E6D97149}"/>
          </ac:spMkLst>
        </pc:spChg>
        <pc:spChg chg="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3129952439" sldId="324"/>
            <ac:spMk id="12" creationId="{C3AF503D-40B8-003C-901C-CAD12DF1C906}"/>
          </ac:spMkLst>
        </pc:spChg>
        <pc:spChg chg="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3129952439" sldId="324"/>
            <ac:spMk id="13" creationId="{E9AD7463-EB5C-250A-1DCF-C279B892A954}"/>
          </ac:spMkLst>
        </pc:spChg>
        <pc:spChg chg="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3129952439" sldId="324"/>
            <ac:spMk id="14" creationId="{C443E1EE-CF80-0ED8-E653-4E1293A66D61}"/>
          </ac:spMkLst>
        </pc:spChg>
        <pc:spChg chg="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3129952439" sldId="324"/>
            <ac:spMk id="18" creationId="{7282A4E7-18C4-4960-BD22-71184685C840}"/>
          </ac:spMkLst>
        </pc:spChg>
        <pc:spChg chg="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3129952439" sldId="324"/>
            <ac:spMk id="19" creationId="{23AEA9DE-F6E8-5CB0-603A-69D1BF3B87D7}"/>
          </ac:spMkLst>
        </pc:spChg>
        <pc:spChg chg="add 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3129952439" sldId="324"/>
            <ac:spMk id="29" creationId="{1A53F222-8E19-E827-012F-844A5DAD431E}"/>
          </ac:spMkLst>
        </pc:spChg>
      </pc:sldChg>
      <pc:sldChg chg="addSp delSp modSp add del mod ord">
        <pc:chgData name="DANIEL ALBERTO PEREZ MORERA" userId="b71f61fa-2a10-40af-a76c-06b5b43d475d" providerId="ADAL" clId="{CCE38196-6549-48A5-B8F0-4FE1DF2DB2E5}" dt="2026-06-23T20:06:07.315" v="4817" actId="47"/>
        <pc:sldMkLst>
          <pc:docMk/>
          <pc:sldMk cId="147655600" sldId="326"/>
        </pc:sldMkLst>
        <pc:spChg chg="add del mod">
          <ac:chgData name="DANIEL ALBERTO PEREZ MORERA" userId="b71f61fa-2a10-40af-a76c-06b5b43d475d" providerId="ADAL" clId="{CCE38196-6549-48A5-B8F0-4FE1DF2DB2E5}" dt="2026-06-23T19:48:24.075" v="4703" actId="478"/>
          <ac:spMkLst>
            <pc:docMk/>
            <pc:sldMk cId="147655600" sldId="326"/>
            <ac:spMk id="3" creationId="{5A846B93-24DC-1CF8-87A5-D67644BE26DC}"/>
          </ac:spMkLst>
        </pc:spChg>
        <pc:spChg chg="mod">
          <ac:chgData name="DANIEL ALBERTO PEREZ MORERA" userId="b71f61fa-2a10-40af-a76c-06b5b43d475d" providerId="ADAL" clId="{CCE38196-6549-48A5-B8F0-4FE1DF2DB2E5}" dt="2026-06-23T13:39:55.745" v="4677" actId="790"/>
          <ac:spMkLst>
            <pc:docMk/>
            <pc:sldMk cId="147655600" sldId="326"/>
            <ac:spMk id="5" creationId="{8ADC35E6-6B15-A2D4-B47C-22D261BD3C28}"/>
          </ac:spMkLst>
        </pc:spChg>
        <pc:spChg chg="add mod">
          <ac:chgData name="DANIEL ALBERTO PEREZ MORERA" userId="b71f61fa-2a10-40af-a76c-06b5b43d475d" providerId="ADAL" clId="{CCE38196-6549-48A5-B8F0-4FE1DF2DB2E5}" dt="2026-06-23T19:55:43.926" v="4789" actId="14100"/>
          <ac:spMkLst>
            <pc:docMk/>
            <pc:sldMk cId="147655600" sldId="326"/>
            <ac:spMk id="7" creationId="{427A861D-4078-393D-53CE-C3C223975A81}"/>
          </ac:spMkLst>
        </pc:spChg>
        <pc:spChg chg="mod">
          <ac:chgData name="DANIEL ALBERTO PEREZ MORERA" userId="b71f61fa-2a10-40af-a76c-06b5b43d475d" providerId="ADAL" clId="{CCE38196-6549-48A5-B8F0-4FE1DF2DB2E5}" dt="2026-06-23T19:48:21.611" v="4702"/>
          <ac:spMkLst>
            <pc:docMk/>
            <pc:sldMk cId="147655600" sldId="326"/>
            <ac:spMk id="17" creationId="{369C1CAE-EE35-DBBD-EBB1-8CB531827455}"/>
          </ac:spMkLst>
        </pc:spChg>
        <pc:spChg chg="mod">
          <ac:chgData name="DANIEL ALBERTO PEREZ MORERA" userId="b71f61fa-2a10-40af-a76c-06b5b43d475d" providerId="ADAL" clId="{CCE38196-6549-48A5-B8F0-4FE1DF2DB2E5}" dt="2026-06-23T13:39:55.745" v="4677" actId="790"/>
          <ac:spMkLst>
            <pc:docMk/>
            <pc:sldMk cId="147655600" sldId="326"/>
            <ac:spMk id="21" creationId="{A5A34CFF-F849-0E07-47ED-886F35085FB6}"/>
          </ac:spMkLst>
        </pc:spChg>
        <pc:graphicFrameChg chg="add mod modGraphic">
          <ac:chgData name="DANIEL ALBERTO PEREZ MORERA" userId="b71f61fa-2a10-40af-a76c-06b5b43d475d" providerId="ADAL" clId="{CCE38196-6549-48A5-B8F0-4FE1DF2DB2E5}" dt="2026-06-23T19:54:42.278" v="4786" actId="1076"/>
          <ac:graphicFrameMkLst>
            <pc:docMk/>
            <pc:sldMk cId="147655600" sldId="326"/>
            <ac:graphicFrameMk id="2" creationId="{9E36B9BC-0589-7430-0574-80DECFFAD458}"/>
          </ac:graphicFrameMkLst>
        </pc:graphicFrameChg>
        <pc:graphicFrameChg chg="add mod modGraphic">
          <ac:chgData name="DANIEL ALBERTO PEREZ MORERA" userId="b71f61fa-2a10-40af-a76c-06b5b43d475d" providerId="ADAL" clId="{CCE38196-6549-48A5-B8F0-4FE1DF2DB2E5}" dt="2026-06-23T13:39:55.745" v="4677" actId="790"/>
          <ac:graphicFrameMkLst>
            <pc:docMk/>
            <pc:sldMk cId="147655600" sldId="326"/>
            <ac:graphicFrameMk id="4" creationId="{DFA543A2-A146-665F-EBF7-993F527920C4}"/>
          </ac:graphicFrameMkLst>
        </pc:graphicFrameChg>
        <pc:graphicFrameChg chg="del mod modGraphic">
          <ac:chgData name="DANIEL ALBERTO PEREZ MORERA" userId="b71f61fa-2a10-40af-a76c-06b5b43d475d" providerId="ADAL" clId="{CCE38196-6549-48A5-B8F0-4FE1DF2DB2E5}" dt="2026-06-23T19:48:27.891" v="4704" actId="478"/>
          <ac:graphicFrameMkLst>
            <pc:docMk/>
            <pc:sldMk cId="147655600" sldId="326"/>
            <ac:graphicFrameMk id="10" creationId="{EB67FA67-60A1-4954-6CBB-CB4DB22703D7}"/>
          </ac:graphicFrameMkLst>
        </pc:graphicFrameChg>
      </pc:sldChg>
      <pc:sldChg chg="addSp delSp modSp add del mod ord">
        <pc:chgData name="DANIEL ALBERTO PEREZ MORERA" userId="b71f61fa-2a10-40af-a76c-06b5b43d475d" providerId="ADAL" clId="{CCE38196-6549-48A5-B8F0-4FE1DF2DB2E5}" dt="2026-06-23T20:19:16.107" v="4949" actId="47"/>
        <pc:sldMkLst>
          <pc:docMk/>
          <pc:sldMk cId="2079805829" sldId="328"/>
        </pc:sldMkLst>
        <pc:spChg chg="add 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2079805829" sldId="328"/>
            <ac:spMk id="3" creationId="{50F30402-FB8A-D982-35FD-93F7B02EB966}"/>
          </ac:spMkLst>
        </pc:spChg>
        <pc:spChg chg="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2079805829" sldId="328"/>
            <ac:spMk id="6" creationId="{259E3189-E4A6-7148-9557-2D0007E59A29}"/>
          </ac:spMkLst>
        </pc:spChg>
        <pc:spChg chg="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2079805829" sldId="328"/>
            <ac:spMk id="9" creationId="{F54D9FB2-4F26-091C-5C88-FD2E3AAE6A47}"/>
          </ac:spMkLst>
        </pc:spChg>
        <pc:spChg chg="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2079805829" sldId="328"/>
            <ac:spMk id="19" creationId="{79CA2F66-B832-F301-48EC-88B3674FC4A0}"/>
          </ac:spMkLst>
        </pc:spChg>
        <pc:spChg chg="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2079805829" sldId="328"/>
            <ac:spMk id="22" creationId="{5B4286B5-E7EC-8D82-8F69-5EC39EF11436}"/>
          </ac:spMkLst>
        </pc:spChg>
        <pc:spChg chg="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2079805829" sldId="328"/>
            <ac:spMk id="24" creationId="{E27A0F76-4FD9-1E2E-4E51-658277B0D1FC}"/>
          </ac:spMkLst>
        </pc:spChg>
        <pc:spChg chg="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2079805829" sldId="328"/>
            <ac:spMk id="26" creationId="{702FFE54-BA42-92DB-F454-DDAB706E53F1}"/>
          </ac:spMkLst>
        </pc:spChg>
        <pc:spChg chg="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2079805829" sldId="328"/>
            <ac:spMk id="29" creationId="{4713D924-0317-DFDF-2243-F79DEB4629E8}"/>
          </ac:spMkLst>
        </pc:spChg>
        <pc:spChg chg="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2079805829" sldId="328"/>
            <ac:spMk id="31" creationId="{6B4AD1ED-3E3C-8BF6-30AB-FE89E4FE50B5}"/>
          </ac:spMkLst>
        </pc:spChg>
        <pc:spChg chg="mod">
          <ac:chgData name="DANIEL ALBERTO PEREZ MORERA" userId="b71f61fa-2a10-40af-a76c-06b5b43d475d" providerId="ADAL" clId="{CCE38196-6549-48A5-B8F0-4FE1DF2DB2E5}" dt="2026-06-23T20:18:00.877" v="4918" actId="790"/>
          <ac:spMkLst>
            <pc:docMk/>
            <pc:sldMk cId="2079805829" sldId="328"/>
            <ac:spMk id="33" creationId="{066C3971-E1C9-D9A7-9DA5-ECD09A82E732}"/>
          </ac:spMkLst>
        </pc:spChg>
      </pc:sldChg>
      <pc:sldChg chg="addSp delSp modSp add del mod ord modShow">
        <pc:chgData name="DANIEL ALBERTO PEREZ MORERA" userId="b71f61fa-2a10-40af-a76c-06b5b43d475d" providerId="ADAL" clId="{CCE38196-6549-48A5-B8F0-4FE1DF2DB2E5}" dt="2026-06-23T20:39:47.810" v="5162" actId="47"/>
        <pc:sldMkLst>
          <pc:docMk/>
          <pc:sldMk cId="4179645897" sldId="329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4179645897" sldId="329"/>
            <ac:spMk id="4" creationId="{36A47F9B-EB24-EE73-E717-AD6686031F9C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4179645897" sldId="329"/>
            <ac:spMk id="74" creationId="{FEADC33A-D639-CD82-F673-EFC8C4A7DC6A}"/>
          </ac:spMkLst>
        </pc:spChg>
        <pc:graphicFrameChg chg="add 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4179645897" sldId="329"/>
            <ac:graphicFrameMk id="5" creationId="{3F00A5B3-19AC-869E-BBB3-51DF5093E1D2}"/>
          </ac:graphicFrameMkLst>
        </pc:graphicFrameChg>
        <pc:graphicFrameChg chg="add 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4179645897" sldId="329"/>
            <ac:graphicFrameMk id="6" creationId="{CE080798-DE8B-71ED-979E-CC0FC366B821}"/>
          </ac:graphicFrameMkLst>
        </pc:graphicFrameChg>
      </pc:sldChg>
      <pc:sldChg chg="modSp add del mod">
        <pc:chgData name="DANIEL ALBERTO PEREZ MORERA" userId="b71f61fa-2a10-40af-a76c-06b5b43d475d" providerId="ADAL" clId="{CCE38196-6549-48A5-B8F0-4FE1DF2DB2E5}" dt="2026-06-23T20:39:42.089" v="5161" actId="47"/>
        <pc:sldMkLst>
          <pc:docMk/>
          <pc:sldMk cId="2745394073" sldId="330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2745394073" sldId="330"/>
            <ac:spMk id="3" creationId="{09C625CD-A767-5A7C-C436-80745286A760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2745394073" sldId="330"/>
            <ac:spMk id="17" creationId="{21674F74-A7E5-7790-6387-CCD10A3BD506}"/>
          </ac:spMkLst>
        </pc:sp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2745394073" sldId="330"/>
            <ac:graphicFrameMk id="4" creationId="{E6BB5154-F212-C0BC-2FA7-BC975111A278}"/>
          </ac:graphicFrameMkLst>
        </pc:graphicFrame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2745394073" sldId="330"/>
            <ac:graphicFrameMk id="6" creationId="{7E5E5837-432D-4EF5-F436-19E818C7C810}"/>
          </ac:graphicFrameMkLst>
        </pc:graphicFrameChg>
      </pc:sldChg>
      <pc:sldChg chg="addSp delSp modSp add del mod">
        <pc:chgData name="DANIEL ALBERTO PEREZ MORERA" userId="b71f61fa-2a10-40af-a76c-06b5b43d475d" providerId="ADAL" clId="{CCE38196-6549-48A5-B8F0-4FE1DF2DB2E5}" dt="2026-06-23T20:39:42.089" v="5161" actId="47"/>
        <pc:sldMkLst>
          <pc:docMk/>
          <pc:sldMk cId="2011937513" sldId="331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2011937513" sldId="331"/>
            <ac:spMk id="3" creationId="{78D1CFC5-6AD7-12CB-48DF-577CC25BEB22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2011937513" sldId="331"/>
            <ac:spMk id="17" creationId="{8CF57737-A1AC-328C-15FD-4C0121D3B7FA}"/>
          </ac:spMkLst>
        </pc:sp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2011937513" sldId="331"/>
            <ac:graphicFrameMk id="4" creationId="{A6195024-A4EF-49AA-C785-1CFA07E65B1B}"/>
          </ac:graphicFrameMkLst>
        </pc:graphicFrame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2011937513" sldId="331"/>
            <ac:graphicFrameMk id="6" creationId="{7865CA5B-3E82-F013-BD45-20B174F78786}"/>
          </ac:graphicFrameMkLst>
        </pc:graphicFrameChg>
      </pc:sldChg>
      <pc:sldChg chg="modSp add del mod modNotesTx">
        <pc:chgData name="DANIEL ALBERTO PEREZ MORERA" userId="b71f61fa-2a10-40af-a76c-06b5b43d475d" providerId="ADAL" clId="{CCE38196-6549-48A5-B8F0-4FE1DF2DB2E5}" dt="2026-06-23T20:39:42.089" v="5161" actId="47"/>
        <pc:sldMkLst>
          <pc:docMk/>
          <pc:sldMk cId="1586723350" sldId="332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1586723350" sldId="332"/>
            <ac:spMk id="3" creationId="{60BB3433-E1B0-053C-BF70-E46F3E496E50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1586723350" sldId="332"/>
            <ac:spMk id="17" creationId="{7B440F62-272E-8A02-C468-D23A3F027510}"/>
          </ac:spMkLst>
        </pc:sp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1586723350" sldId="332"/>
            <ac:graphicFrameMk id="4" creationId="{3BBDCFBD-DA49-F1A1-5F32-B25AFB2F9B6F}"/>
          </ac:graphicFrameMkLst>
        </pc:graphicFrame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1586723350" sldId="332"/>
            <ac:graphicFrameMk id="6" creationId="{BBDAE7A0-F787-43B4-51B3-82D2BCAF6D82}"/>
          </ac:graphicFrameMkLst>
        </pc:graphicFrameChg>
      </pc:sldChg>
      <pc:sldChg chg="delSp modSp add del mod">
        <pc:chgData name="DANIEL ALBERTO PEREZ MORERA" userId="b71f61fa-2a10-40af-a76c-06b5b43d475d" providerId="ADAL" clId="{CCE38196-6549-48A5-B8F0-4FE1DF2DB2E5}" dt="2026-06-23T20:39:42.089" v="5161" actId="47"/>
        <pc:sldMkLst>
          <pc:docMk/>
          <pc:sldMk cId="234586544" sldId="333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234586544" sldId="333"/>
            <ac:spMk id="3" creationId="{3F1694CE-3B45-73E6-823D-688A59EE61EF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234586544" sldId="333"/>
            <ac:spMk id="17" creationId="{050B7A93-C9CD-2210-BF34-93713988E2F5}"/>
          </ac:spMkLst>
        </pc:sp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234586544" sldId="333"/>
            <ac:graphicFrameMk id="4" creationId="{752EBC7A-D448-E175-B8A8-6041854C92DC}"/>
          </ac:graphicFrameMkLst>
        </pc:graphicFrameChg>
      </pc:sldChg>
      <pc:sldChg chg="delSp modSp add del mod ord">
        <pc:chgData name="DANIEL ALBERTO PEREZ MORERA" userId="b71f61fa-2a10-40af-a76c-06b5b43d475d" providerId="ADAL" clId="{CCE38196-6549-48A5-B8F0-4FE1DF2DB2E5}" dt="2026-06-23T20:39:42.089" v="5161" actId="47"/>
        <pc:sldMkLst>
          <pc:docMk/>
          <pc:sldMk cId="36644155" sldId="335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36644155" sldId="335"/>
            <ac:spMk id="3" creationId="{3054726A-B494-EAD8-967A-675948E4DC71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36644155" sldId="335"/>
            <ac:spMk id="17" creationId="{A24D01B4-8194-BB6E-E4FE-58629EAB3D48}"/>
          </ac:spMkLst>
        </pc:sp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36644155" sldId="335"/>
            <ac:graphicFrameMk id="4" creationId="{BF47C647-B67B-B081-46BA-7AB2986BB07D}"/>
          </ac:graphicFrameMkLst>
        </pc:graphicFrameChg>
      </pc:sldChg>
      <pc:sldChg chg="delSp modSp add del mod">
        <pc:chgData name="DANIEL ALBERTO PEREZ MORERA" userId="b71f61fa-2a10-40af-a76c-06b5b43d475d" providerId="ADAL" clId="{CCE38196-6549-48A5-B8F0-4FE1DF2DB2E5}" dt="2026-06-23T20:39:42.089" v="5161" actId="47"/>
        <pc:sldMkLst>
          <pc:docMk/>
          <pc:sldMk cId="441348265" sldId="336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441348265" sldId="336"/>
            <ac:spMk id="3" creationId="{02282E0B-E469-45B1-7A22-2720B67C2BD6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441348265" sldId="336"/>
            <ac:spMk id="17" creationId="{5215E66A-FBC8-2FF0-AC93-CAD1FCF3905D}"/>
          </ac:spMkLst>
        </pc:sp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441348265" sldId="336"/>
            <ac:graphicFrameMk id="6" creationId="{2701F850-E1F8-ABC5-F4F3-EC54CFCB25BB}"/>
          </ac:graphicFrameMkLst>
        </pc:graphicFrameChg>
      </pc:sldChg>
      <pc:sldChg chg="modSp add del mod ord">
        <pc:chgData name="DANIEL ALBERTO PEREZ MORERA" userId="b71f61fa-2a10-40af-a76c-06b5b43d475d" providerId="ADAL" clId="{CCE38196-6549-48A5-B8F0-4FE1DF2DB2E5}" dt="2026-06-23T20:39:42.089" v="5161" actId="47"/>
        <pc:sldMkLst>
          <pc:docMk/>
          <pc:sldMk cId="1226493209" sldId="337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1226493209" sldId="337"/>
            <ac:spMk id="3" creationId="{2223420F-819E-61B1-AD46-0034BD9346FE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1226493209" sldId="337"/>
            <ac:spMk id="17" creationId="{43311B33-31F4-CE1E-B19E-CE4B5C2AC22A}"/>
          </ac:spMkLst>
        </pc:sp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1226493209" sldId="337"/>
            <ac:graphicFrameMk id="4" creationId="{5AC2A058-E56D-AF5C-3FB7-C26DA0F768DE}"/>
          </ac:graphicFrameMkLst>
        </pc:graphicFrame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1226493209" sldId="337"/>
            <ac:graphicFrameMk id="6" creationId="{9B95FDD7-7E16-A6D8-E631-EFB46499FF0A}"/>
          </ac:graphicFrameMkLst>
        </pc:graphicFrameChg>
      </pc:sldChg>
      <pc:sldChg chg="addSp delSp modSp add mod ord">
        <pc:chgData name="DANIEL ALBERTO PEREZ MORERA" userId="b71f61fa-2a10-40af-a76c-06b5b43d475d" providerId="ADAL" clId="{CCE38196-6549-48A5-B8F0-4FE1DF2DB2E5}" dt="2026-06-23T20:30:34.333" v="4983" actId="790"/>
        <pc:sldMkLst>
          <pc:docMk/>
          <pc:sldMk cId="504530958" sldId="338"/>
        </pc:sldMkLst>
        <pc:spChg chg="add mod">
          <ac:chgData name="DANIEL ALBERTO PEREZ MORERA" userId="b71f61fa-2a10-40af-a76c-06b5b43d475d" providerId="ADAL" clId="{CCE38196-6549-48A5-B8F0-4FE1DF2DB2E5}" dt="2026-06-23T19:59:08.796" v="4800"/>
          <ac:spMkLst>
            <pc:docMk/>
            <pc:sldMk cId="504530958" sldId="338"/>
            <ac:spMk id="3" creationId="{04E6DD2A-138F-EF21-5AAD-185106208562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504530958" sldId="338"/>
            <ac:spMk id="5" creationId="{1E12608F-87EF-D19C-4C1D-D1CF5AFA76BC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504530958" sldId="338"/>
            <ac:spMk id="7" creationId="{B854A375-0A56-2C53-5CAD-58BDC1AE3BAD}"/>
          </ac:spMkLst>
        </pc:spChg>
        <pc:spChg chg="add mod">
          <ac:chgData name="DANIEL ALBERTO PEREZ MORERA" userId="b71f61fa-2a10-40af-a76c-06b5b43d475d" providerId="ADAL" clId="{CCE38196-6549-48A5-B8F0-4FE1DF2DB2E5}" dt="2026-06-23T19:59:08.347" v="4799" actId="1076"/>
          <ac:spMkLst>
            <pc:docMk/>
            <pc:sldMk cId="504530958" sldId="338"/>
            <ac:spMk id="8" creationId="{16720374-7C46-BB7E-9BC8-248474DDECF4}"/>
          </ac:spMkLst>
        </pc:spChg>
        <pc:spChg chg="add del">
          <ac:chgData name="DANIEL ALBERTO PEREZ MORERA" userId="b71f61fa-2a10-40af-a76c-06b5b43d475d" providerId="ADAL" clId="{CCE38196-6549-48A5-B8F0-4FE1DF2DB2E5}" dt="2026-06-23T20:03:20.047" v="4804" actId="22"/>
          <ac:spMkLst>
            <pc:docMk/>
            <pc:sldMk cId="504530958" sldId="338"/>
            <ac:spMk id="10" creationId="{543133DA-B583-42B6-A802-EB5D7CA50F52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504530958" sldId="338"/>
            <ac:spMk id="17" creationId="{6C91CA4B-6174-1E8C-6D71-8FDCDBC4B27E}"/>
          </ac:spMkLst>
        </pc:spChg>
        <pc:spChg chg="add del 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504530958" sldId="338"/>
            <ac:spMk id="21" creationId="{D25C9671-2FD2-8742-7608-6E4C1F8EFC57}"/>
          </ac:spMkLst>
        </pc:sp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504530958" sldId="338"/>
            <ac:graphicFrameMk id="2" creationId="{385983A0-4580-609B-C99B-14A541A744F7}"/>
          </ac:graphicFrameMkLst>
        </pc:graphicFrameChg>
        <pc:graphicFrameChg chg="add del">
          <ac:chgData name="DANIEL ALBERTO PEREZ MORERA" userId="b71f61fa-2a10-40af-a76c-06b5b43d475d" providerId="ADAL" clId="{CCE38196-6549-48A5-B8F0-4FE1DF2DB2E5}" dt="2026-06-23T20:03:17.605" v="4802" actId="478"/>
          <ac:graphicFrameMkLst>
            <pc:docMk/>
            <pc:sldMk cId="504530958" sldId="338"/>
            <ac:graphicFrameMk id="4" creationId="{5CE90419-2356-2472-29AA-327C1E5174F4}"/>
          </ac:graphicFrameMkLst>
        </pc:graphicFrameChg>
        <pc:graphicFrameChg chg="add mod">
          <ac:chgData name="DANIEL ALBERTO PEREZ MORERA" userId="b71f61fa-2a10-40af-a76c-06b5b43d475d" providerId="ADAL" clId="{CCE38196-6549-48A5-B8F0-4FE1DF2DB2E5}" dt="2026-06-23T19:59:08.347" v="4799" actId="1076"/>
          <ac:graphicFrameMkLst>
            <pc:docMk/>
            <pc:sldMk cId="504530958" sldId="338"/>
            <ac:graphicFrameMk id="6" creationId="{82DE2AFC-EE41-2F61-1274-86038552249B}"/>
          </ac:graphicFrameMkLst>
        </pc:graphicFrameChg>
        <pc:picChg chg="add del mod">
          <ac:chgData name="DANIEL ALBERTO PEREZ MORERA" userId="b71f61fa-2a10-40af-a76c-06b5b43d475d" providerId="ADAL" clId="{CCE38196-6549-48A5-B8F0-4FE1DF2DB2E5}" dt="2026-06-23T20:04:14.912" v="4809" actId="478"/>
          <ac:picMkLst>
            <pc:docMk/>
            <pc:sldMk cId="504530958" sldId="338"/>
            <ac:picMk id="12" creationId="{4809AE99-01D8-D8FB-9825-DBA70C5AD266}"/>
          </ac:picMkLst>
        </pc:picChg>
        <pc:picChg chg="add mod">
          <ac:chgData name="DANIEL ALBERTO PEREZ MORERA" userId="b71f61fa-2a10-40af-a76c-06b5b43d475d" providerId="ADAL" clId="{CCE38196-6549-48A5-B8F0-4FE1DF2DB2E5}" dt="2026-06-23T20:04:46.480" v="4812" actId="1076"/>
          <ac:picMkLst>
            <pc:docMk/>
            <pc:sldMk cId="504530958" sldId="338"/>
            <ac:picMk id="14" creationId="{172A3DCA-34B6-B3EE-0DE2-DE05EC2CD2E7}"/>
          </ac:picMkLst>
        </pc:picChg>
      </pc:sldChg>
      <pc:sldChg chg="add del setBg">
        <pc:chgData name="DANIEL ALBERTO PEREZ MORERA" userId="b71f61fa-2a10-40af-a76c-06b5b43d475d" providerId="ADAL" clId="{CCE38196-6549-48A5-B8F0-4FE1DF2DB2E5}" dt="2026-06-23T19:48:13.087" v="4700"/>
        <pc:sldMkLst>
          <pc:docMk/>
          <pc:sldMk cId="589214095" sldId="338"/>
        </pc:sldMkLst>
      </pc:sldChg>
      <pc:sldChg chg="add del setBg">
        <pc:chgData name="DANIEL ALBERTO PEREZ MORERA" userId="b71f61fa-2a10-40af-a76c-06b5b43d475d" providerId="ADAL" clId="{CCE38196-6549-48A5-B8F0-4FE1DF2DB2E5}" dt="2026-06-23T19:47:54.584" v="4696"/>
        <pc:sldMkLst>
          <pc:docMk/>
          <pc:sldMk cId="2393295769" sldId="338"/>
        </pc:sldMkLst>
      </pc:sldChg>
      <pc:sldChg chg="add del setBg">
        <pc:chgData name="DANIEL ALBERTO PEREZ MORERA" userId="b71f61fa-2a10-40af-a76c-06b5b43d475d" providerId="ADAL" clId="{CCE38196-6549-48A5-B8F0-4FE1DF2DB2E5}" dt="2026-06-23T20:15:28.314" v="4872" actId="47"/>
        <pc:sldMkLst>
          <pc:docMk/>
          <pc:sldMk cId="1583488119" sldId="339"/>
        </pc:sldMkLst>
      </pc:sldChg>
      <pc:sldChg chg="add del">
        <pc:chgData name="DANIEL ALBERTO PEREZ MORERA" userId="b71f61fa-2a10-40af-a76c-06b5b43d475d" providerId="ADAL" clId="{CCE38196-6549-48A5-B8F0-4FE1DF2DB2E5}" dt="2026-06-23T20:16:12.043" v="4882" actId="47"/>
        <pc:sldMkLst>
          <pc:docMk/>
          <pc:sldMk cId="2854725332" sldId="339"/>
        </pc:sldMkLst>
      </pc:sldChg>
      <pc:sldChg chg="add del setBg">
        <pc:chgData name="DANIEL ALBERTO PEREZ MORERA" userId="b71f61fa-2a10-40af-a76c-06b5b43d475d" providerId="ADAL" clId="{CCE38196-6549-48A5-B8F0-4FE1DF2DB2E5}" dt="2026-06-23T20:15:43.628" v="4874"/>
        <pc:sldMkLst>
          <pc:docMk/>
          <pc:sldMk cId="4125997176" sldId="339"/>
        </pc:sldMkLst>
      </pc:sldChg>
      <pc:sldChg chg="modSp add mod">
        <pc:chgData name="DANIEL ALBERTO PEREZ MORERA" userId="b71f61fa-2a10-40af-a76c-06b5b43d475d" providerId="ADAL" clId="{CCE38196-6549-48A5-B8F0-4FE1DF2DB2E5}" dt="2026-06-23T20:30:34.333" v="4983" actId="790"/>
        <pc:sldMkLst>
          <pc:docMk/>
          <pc:sldMk cId="615761179" sldId="340"/>
        </pc:sldMkLst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615761179" sldId="340"/>
            <ac:spMk id="6" creationId="{AFC3BC5E-2735-CDBC-7A14-F6A7B9AD9852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615761179" sldId="340"/>
            <ac:spMk id="9" creationId="{2F392668-4F8C-2542-FBE2-580E26759013}"/>
          </ac:spMkLst>
        </pc:spChg>
        <pc:spChg chg="mod">
          <ac:chgData name="DANIEL ALBERTO PEREZ MORERA" userId="b71f61fa-2a10-40af-a76c-06b5b43d475d" providerId="ADAL" clId="{CCE38196-6549-48A5-B8F0-4FE1DF2DB2E5}" dt="2026-06-23T20:30:34.333" v="4983" actId="790"/>
          <ac:spMkLst>
            <pc:docMk/>
            <pc:sldMk cId="615761179" sldId="340"/>
            <ac:spMk id="19" creationId="{EFC406D9-9CCE-1BFF-9005-EF398B85C588}"/>
          </ac:spMkLst>
        </pc:spChg>
        <pc:graphicFrameChg chg="mod modGraphic">
          <ac:chgData name="DANIEL ALBERTO PEREZ MORERA" userId="b71f61fa-2a10-40af-a76c-06b5b43d475d" providerId="ADAL" clId="{CCE38196-6549-48A5-B8F0-4FE1DF2DB2E5}" dt="2026-06-23T20:30:34.333" v="4983" actId="790"/>
          <ac:graphicFrameMkLst>
            <pc:docMk/>
            <pc:sldMk cId="615761179" sldId="340"/>
            <ac:graphicFrameMk id="11" creationId="{E8E3D18B-4B07-27D3-71AD-1AA9A3E7E27E}"/>
          </ac:graphicFrameMkLst>
        </pc:graphicFrameChg>
        <pc:picChg chg="mod">
          <ac:chgData name="DANIEL ALBERTO PEREZ MORERA" userId="b71f61fa-2a10-40af-a76c-06b5b43d475d" providerId="ADAL" clId="{CCE38196-6549-48A5-B8F0-4FE1DF2DB2E5}" dt="2026-06-23T20:16:47.894" v="4895" actId="14100"/>
          <ac:picMkLst>
            <pc:docMk/>
            <pc:sldMk cId="615761179" sldId="340"/>
            <ac:picMk id="7" creationId="{4A4B6692-8027-1E5D-1F55-32D4CA450D06}"/>
          </ac:picMkLst>
        </pc:picChg>
      </pc:sldChg>
      <pc:sldChg chg="add del setBg">
        <pc:chgData name="DANIEL ALBERTO PEREZ MORERA" userId="b71f61fa-2a10-40af-a76c-06b5b43d475d" providerId="ADAL" clId="{CCE38196-6549-48A5-B8F0-4FE1DF2DB2E5}" dt="2026-06-23T20:35:54.961" v="5097"/>
        <pc:sldMkLst>
          <pc:docMk/>
          <pc:sldMk cId="2032601487" sldId="341"/>
        </pc:sldMkLst>
      </pc:sldChg>
      <pc:sldChg chg="addSp delSp modSp add mod">
        <pc:chgData name="DANIEL ALBERTO PEREZ MORERA" userId="b71f61fa-2a10-40af-a76c-06b5b43d475d" providerId="ADAL" clId="{CCE38196-6549-48A5-B8F0-4FE1DF2DB2E5}" dt="2026-06-23T20:36:34.367" v="5131" actId="20577"/>
        <pc:sldMkLst>
          <pc:docMk/>
          <pc:sldMk cId="2168514802" sldId="341"/>
        </pc:sldMkLst>
        <pc:spChg chg="mod">
          <ac:chgData name="DANIEL ALBERTO PEREZ MORERA" userId="b71f61fa-2a10-40af-a76c-06b5b43d475d" providerId="ADAL" clId="{CCE38196-6549-48A5-B8F0-4FE1DF2DB2E5}" dt="2026-06-23T20:36:34.367" v="5131" actId="20577"/>
          <ac:spMkLst>
            <pc:docMk/>
            <pc:sldMk cId="2168514802" sldId="341"/>
            <ac:spMk id="17" creationId="{FC5A87AB-B4E6-86A3-38D8-F372369D49D7}"/>
          </ac:spMkLst>
        </pc:spChg>
        <pc:picChg chg="add">
          <ac:chgData name="DANIEL ALBERTO PEREZ MORERA" userId="b71f61fa-2a10-40af-a76c-06b5b43d475d" providerId="ADAL" clId="{CCE38196-6549-48A5-B8F0-4FE1DF2DB2E5}" dt="2026-06-23T20:36:19.745" v="5100" actId="22"/>
          <ac:picMkLst>
            <pc:docMk/>
            <pc:sldMk cId="2168514802" sldId="341"/>
            <ac:picMk id="4" creationId="{E3D5BDAB-8EC1-61D5-6C13-C8ACFECD7ED8}"/>
          </ac:picMkLst>
        </pc:picChg>
        <pc:picChg chg="del">
          <ac:chgData name="DANIEL ALBERTO PEREZ MORERA" userId="b71f61fa-2a10-40af-a76c-06b5b43d475d" providerId="ADAL" clId="{CCE38196-6549-48A5-B8F0-4FE1DF2DB2E5}" dt="2026-06-23T20:36:19.262" v="5099" actId="478"/>
          <ac:picMkLst>
            <pc:docMk/>
            <pc:sldMk cId="2168514802" sldId="341"/>
            <ac:picMk id="5" creationId="{2C4ED437-A188-24E3-44C8-33243C1A0309}"/>
          </ac:picMkLst>
        </pc:picChg>
      </pc:sldChg>
      <pc:sldChg chg="modSp add mod ord">
        <pc:chgData name="DANIEL ALBERTO PEREZ MORERA" userId="b71f61fa-2a10-40af-a76c-06b5b43d475d" providerId="ADAL" clId="{CCE38196-6549-48A5-B8F0-4FE1DF2DB2E5}" dt="2026-06-23T20:37:45.073" v="5146"/>
        <pc:sldMkLst>
          <pc:docMk/>
          <pc:sldMk cId="1068027106" sldId="342"/>
        </pc:sldMkLst>
        <pc:spChg chg="mod">
          <ac:chgData name="DANIEL ALBERTO PEREZ MORERA" userId="b71f61fa-2a10-40af-a76c-06b5b43d475d" providerId="ADAL" clId="{CCE38196-6549-48A5-B8F0-4FE1DF2DB2E5}" dt="2026-06-23T20:37:45.073" v="5146"/>
          <ac:spMkLst>
            <pc:docMk/>
            <pc:sldMk cId="1068027106" sldId="342"/>
            <ac:spMk id="67" creationId="{3FA4B4B0-6868-A653-999A-87AF785B26E0}"/>
          </ac:spMkLst>
        </pc:spChg>
      </pc:sldChg>
      <pc:sldChg chg="delSp modSp add mod ord">
        <pc:chgData name="DANIEL ALBERTO PEREZ MORERA" userId="b71f61fa-2a10-40af-a76c-06b5b43d475d" providerId="ADAL" clId="{CCE38196-6549-48A5-B8F0-4FE1DF2DB2E5}" dt="2026-06-23T20:39:27.990" v="5160"/>
        <pc:sldMkLst>
          <pc:docMk/>
          <pc:sldMk cId="1746560502" sldId="343"/>
        </pc:sldMkLst>
        <pc:spChg chg="del">
          <ac:chgData name="DANIEL ALBERTO PEREZ MORERA" userId="b71f61fa-2a10-40af-a76c-06b5b43d475d" providerId="ADAL" clId="{CCE38196-6549-48A5-B8F0-4FE1DF2DB2E5}" dt="2026-06-23T20:38:06.148" v="5154" actId="478"/>
          <ac:spMkLst>
            <pc:docMk/>
            <pc:sldMk cId="1746560502" sldId="343"/>
            <ac:spMk id="7" creationId="{1EAB37EE-96C8-3201-0CF7-C8B4051C6AB0}"/>
          </ac:spMkLst>
        </pc:spChg>
        <pc:spChg chg="mod">
          <ac:chgData name="DANIEL ALBERTO PEREZ MORERA" userId="b71f61fa-2a10-40af-a76c-06b5b43d475d" providerId="ADAL" clId="{CCE38196-6549-48A5-B8F0-4FE1DF2DB2E5}" dt="2026-06-23T20:38:04.774" v="5153"/>
          <ac:spMkLst>
            <pc:docMk/>
            <pc:sldMk cId="1746560502" sldId="343"/>
            <ac:spMk id="74" creationId="{01B8625B-53F9-356D-F281-3D9D50A8BD53}"/>
          </ac:spMkLst>
        </pc:spChg>
        <pc:graphicFrameChg chg="mod">
          <ac:chgData name="DANIEL ALBERTO PEREZ MORERA" userId="b71f61fa-2a10-40af-a76c-06b5b43d475d" providerId="ADAL" clId="{CCE38196-6549-48A5-B8F0-4FE1DF2DB2E5}" dt="2026-06-23T20:39:27.990" v="5160"/>
          <ac:graphicFrameMkLst>
            <pc:docMk/>
            <pc:sldMk cId="1746560502" sldId="343"/>
            <ac:graphicFrameMk id="3" creationId="{41050551-5D6C-2EB4-D49C-2F6B284AA24A}"/>
          </ac:graphicFrameMkLst>
        </pc:graphicFrameChg>
      </pc:sldChg>
      <pc:sldChg chg="add del setBg">
        <pc:chgData name="DANIEL ALBERTO PEREZ MORERA" userId="b71f61fa-2a10-40af-a76c-06b5b43d475d" providerId="ADAL" clId="{CCE38196-6549-48A5-B8F0-4FE1DF2DB2E5}" dt="2026-06-23T20:37:52.545" v="5148"/>
        <pc:sldMkLst>
          <pc:docMk/>
          <pc:sldMk cId="2386225427" sldId="343"/>
        </pc:sldMkLst>
      </pc:sldChg>
      <pc:sldMasterChg chg="delSldLayout">
        <pc:chgData name="DANIEL ALBERTO PEREZ MORERA" userId="b71f61fa-2a10-40af-a76c-06b5b43d475d" providerId="ADAL" clId="{CCE38196-6549-48A5-B8F0-4FE1DF2DB2E5}" dt="2026-06-23T20:39:42.089" v="5161" actId="47"/>
        <pc:sldMasterMkLst>
          <pc:docMk/>
          <pc:sldMasterMk cId="0" sldId="2147483659"/>
        </pc:sldMasterMkLst>
        <pc:sldLayoutChg chg="del">
          <pc:chgData name="DANIEL ALBERTO PEREZ MORERA" userId="b71f61fa-2a10-40af-a76c-06b5b43d475d" providerId="ADAL" clId="{CCE38196-6549-48A5-B8F0-4FE1DF2DB2E5}" dt="2026-06-23T20:39:42.089" v="5161" actId="47"/>
          <pc:sldLayoutMkLst>
            <pc:docMk/>
            <pc:sldMasterMk cId="0" sldId="2147483659"/>
            <pc:sldLayoutMk cId="0" sldId="2147483650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5C3D6D-062E-4741-A182-1CB7DBA35E77}" type="doc">
      <dgm:prSet loTypeId="urn:microsoft.com/office/officeart/2005/8/layout/balance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5B6B2B-99C7-4B1D-8DA5-F83CC8B22FE8}">
      <dgm:prSet phldrT="[Texto]" phldr="0"/>
      <dgm:spPr/>
      <dgm:t>
        <a:bodyPr/>
        <a:lstStyle/>
        <a:p>
          <a:r>
            <a:rPr lang="es-CR" noProof="0" dirty="0"/>
            <a:t>Human</a:t>
          </a:r>
        </a:p>
      </dgm:t>
    </dgm:pt>
    <dgm:pt modelId="{90A22493-E45B-4B28-9D13-F68989201711}" type="parTrans" cxnId="{3CF1EE4C-8E17-4C02-B786-D77C5D2D0E83}">
      <dgm:prSet/>
      <dgm:spPr/>
      <dgm:t>
        <a:bodyPr/>
        <a:lstStyle/>
        <a:p>
          <a:endParaRPr lang="en-US"/>
        </a:p>
      </dgm:t>
    </dgm:pt>
    <dgm:pt modelId="{37ED0D22-9DC3-49CF-8DED-B3625BB4DCB4}" type="sibTrans" cxnId="{3CF1EE4C-8E17-4C02-B786-D77C5D2D0E83}">
      <dgm:prSet/>
      <dgm:spPr/>
      <dgm:t>
        <a:bodyPr/>
        <a:lstStyle/>
        <a:p>
          <a:endParaRPr lang="en-US"/>
        </a:p>
      </dgm:t>
    </dgm:pt>
    <dgm:pt modelId="{884763E2-750A-4498-A63F-29DA8AAB2FED}">
      <dgm:prSet phldrT="[Texto]"/>
      <dgm:spPr/>
      <dgm:t>
        <a:bodyPr/>
        <a:lstStyle/>
        <a:p>
          <a:r>
            <a:rPr lang="es-CR" noProof="0" dirty="0" err="1"/>
            <a:t>Relevance</a:t>
          </a:r>
          <a:endParaRPr lang="es-CR" noProof="0" dirty="0"/>
        </a:p>
      </dgm:t>
    </dgm:pt>
    <dgm:pt modelId="{22456487-2167-4A5E-8C54-CD2B74A62E08}" type="parTrans" cxnId="{1948CFCB-4EC8-4CC0-B614-658003A64765}">
      <dgm:prSet/>
      <dgm:spPr/>
      <dgm:t>
        <a:bodyPr/>
        <a:lstStyle/>
        <a:p>
          <a:endParaRPr lang="en-US"/>
        </a:p>
      </dgm:t>
    </dgm:pt>
    <dgm:pt modelId="{2C336100-6AE3-4811-87C8-18A8928167A2}" type="sibTrans" cxnId="{1948CFCB-4EC8-4CC0-B614-658003A64765}">
      <dgm:prSet/>
      <dgm:spPr/>
      <dgm:t>
        <a:bodyPr/>
        <a:lstStyle/>
        <a:p>
          <a:endParaRPr lang="en-US"/>
        </a:p>
      </dgm:t>
    </dgm:pt>
    <dgm:pt modelId="{9CC34846-7FD4-4F51-BB25-2B658C7D0537}">
      <dgm:prSet phldrT="[Texto]" phldr="0"/>
      <dgm:spPr/>
      <dgm:t>
        <a:bodyPr/>
        <a:lstStyle/>
        <a:p>
          <a:r>
            <a:rPr lang="es-CR" noProof="0" dirty="0"/>
            <a:t>LLM</a:t>
          </a:r>
        </a:p>
      </dgm:t>
    </dgm:pt>
    <dgm:pt modelId="{EE639B5D-6A31-47BB-8691-68BF05467439}" type="parTrans" cxnId="{FF247A76-8789-4E47-8EB1-7F43E891CCB1}">
      <dgm:prSet/>
      <dgm:spPr/>
      <dgm:t>
        <a:bodyPr/>
        <a:lstStyle/>
        <a:p>
          <a:endParaRPr lang="en-US"/>
        </a:p>
      </dgm:t>
    </dgm:pt>
    <dgm:pt modelId="{4F0C80DC-AA13-48F3-AEAF-CEC49EE790C3}" type="sibTrans" cxnId="{FF247A76-8789-4E47-8EB1-7F43E891CCB1}">
      <dgm:prSet/>
      <dgm:spPr/>
      <dgm:t>
        <a:bodyPr/>
        <a:lstStyle/>
        <a:p>
          <a:endParaRPr lang="en-US"/>
        </a:p>
      </dgm:t>
    </dgm:pt>
    <dgm:pt modelId="{7349BE70-9B11-452C-B9AF-88CBE79F1121}">
      <dgm:prSet phldrT="[Texto]"/>
      <dgm:spPr/>
      <dgm:t>
        <a:bodyPr/>
        <a:lstStyle/>
        <a:p>
          <a:r>
            <a:rPr lang="es-CR" noProof="0" dirty="0" err="1"/>
            <a:t>Coverage</a:t>
          </a:r>
          <a:endParaRPr lang="es-CR" noProof="0" dirty="0"/>
        </a:p>
      </dgm:t>
    </dgm:pt>
    <dgm:pt modelId="{BAADDB58-8906-4DF8-B104-0B2AD0F24C85}" type="parTrans" cxnId="{15761030-F3FD-4AEF-841C-D2A17FA0DAEE}">
      <dgm:prSet/>
      <dgm:spPr/>
      <dgm:t>
        <a:bodyPr/>
        <a:lstStyle/>
        <a:p>
          <a:endParaRPr lang="en-US"/>
        </a:p>
      </dgm:t>
    </dgm:pt>
    <dgm:pt modelId="{600BD298-A0B5-476F-8582-2B78E5C3A525}" type="sibTrans" cxnId="{15761030-F3FD-4AEF-841C-D2A17FA0DAEE}">
      <dgm:prSet/>
      <dgm:spPr/>
      <dgm:t>
        <a:bodyPr/>
        <a:lstStyle/>
        <a:p>
          <a:endParaRPr lang="en-US"/>
        </a:p>
      </dgm:t>
    </dgm:pt>
    <dgm:pt modelId="{811E972C-4C47-4592-AE1E-798A0716DB19}" type="pres">
      <dgm:prSet presAssocID="{C55C3D6D-062E-4741-A182-1CB7DBA35E77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6EE3F0C4-DF36-4F8D-9423-CAC12F4ADC05}" type="pres">
      <dgm:prSet presAssocID="{C55C3D6D-062E-4741-A182-1CB7DBA35E77}" presName="dummyMaxCanvas" presStyleCnt="0"/>
      <dgm:spPr/>
    </dgm:pt>
    <dgm:pt modelId="{BBC62AA2-BCA6-43BB-8F0E-A558DFB305F7}" type="pres">
      <dgm:prSet presAssocID="{C55C3D6D-062E-4741-A182-1CB7DBA35E77}" presName="parentComposite" presStyleCnt="0"/>
      <dgm:spPr/>
    </dgm:pt>
    <dgm:pt modelId="{5F4F1057-8B03-47CE-8F20-2AF982734F61}" type="pres">
      <dgm:prSet presAssocID="{C55C3D6D-062E-4741-A182-1CB7DBA35E77}" presName="parent1" presStyleLbl="alignAccFollowNode1" presStyleIdx="0" presStyleCnt="4">
        <dgm:presLayoutVars>
          <dgm:chMax val="4"/>
        </dgm:presLayoutVars>
      </dgm:prSet>
      <dgm:spPr/>
    </dgm:pt>
    <dgm:pt modelId="{96BDC520-2D4F-4DA4-B95B-58576CD29D8A}" type="pres">
      <dgm:prSet presAssocID="{C55C3D6D-062E-4741-A182-1CB7DBA35E77}" presName="parent2" presStyleLbl="alignAccFollowNode1" presStyleIdx="1" presStyleCnt="4">
        <dgm:presLayoutVars>
          <dgm:chMax val="4"/>
        </dgm:presLayoutVars>
      </dgm:prSet>
      <dgm:spPr/>
    </dgm:pt>
    <dgm:pt modelId="{F78D29CC-47AD-4023-8615-0D9B262C4CD0}" type="pres">
      <dgm:prSet presAssocID="{C55C3D6D-062E-4741-A182-1CB7DBA35E77}" presName="childrenComposite" presStyleCnt="0"/>
      <dgm:spPr/>
    </dgm:pt>
    <dgm:pt modelId="{70803826-EE43-43A5-AABD-50B11A370070}" type="pres">
      <dgm:prSet presAssocID="{C55C3D6D-062E-4741-A182-1CB7DBA35E77}" presName="dummyMaxCanvas_ChildArea" presStyleCnt="0"/>
      <dgm:spPr/>
    </dgm:pt>
    <dgm:pt modelId="{FF8A4B29-5064-4367-BF5A-8C7974EDCF6C}" type="pres">
      <dgm:prSet presAssocID="{C55C3D6D-062E-4741-A182-1CB7DBA35E77}" presName="fulcrum" presStyleLbl="alignAccFollowNode1" presStyleIdx="2" presStyleCnt="4"/>
      <dgm:spPr/>
    </dgm:pt>
    <dgm:pt modelId="{0FBE29F1-4707-45F0-AA33-0BED78FEDF3F}" type="pres">
      <dgm:prSet presAssocID="{C55C3D6D-062E-4741-A182-1CB7DBA35E77}" presName="balance_11" presStyleLbl="alignAccFollowNode1" presStyleIdx="3" presStyleCnt="4">
        <dgm:presLayoutVars>
          <dgm:bulletEnabled val="1"/>
        </dgm:presLayoutVars>
      </dgm:prSet>
      <dgm:spPr/>
    </dgm:pt>
    <dgm:pt modelId="{ADA5B822-E07F-48DF-A5E8-0211D26E9CA0}" type="pres">
      <dgm:prSet presAssocID="{C55C3D6D-062E-4741-A182-1CB7DBA35E77}" presName="left_11_1" presStyleLbl="node1" presStyleIdx="0" presStyleCnt="2">
        <dgm:presLayoutVars>
          <dgm:bulletEnabled val="1"/>
        </dgm:presLayoutVars>
      </dgm:prSet>
      <dgm:spPr/>
    </dgm:pt>
    <dgm:pt modelId="{83652350-A5C7-411C-872F-34F01FCD1102}" type="pres">
      <dgm:prSet presAssocID="{C55C3D6D-062E-4741-A182-1CB7DBA35E77}" presName="right_11_1" presStyleLbl="node1" presStyleIdx="1" presStyleCnt="2">
        <dgm:presLayoutVars>
          <dgm:bulletEnabled val="1"/>
        </dgm:presLayoutVars>
      </dgm:prSet>
      <dgm:spPr/>
    </dgm:pt>
  </dgm:ptLst>
  <dgm:cxnLst>
    <dgm:cxn modelId="{43498110-47F9-4585-AE6C-E5455480D257}" type="presOf" srcId="{155B6B2B-99C7-4B1D-8DA5-F83CC8B22FE8}" destId="{5F4F1057-8B03-47CE-8F20-2AF982734F61}" srcOrd="0" destOrd="0" presId="urn:microsoft.com/office/officeart/2005/8/layout/balance1"/>
    <dgm:cxn modelId="{15761030-F3FD-4AEF-841C-D2A17FA0DAEE}" srcId="{9CC34846-7FD4-4F51-BB25-2B658C7D0537}" destId="{7349BE70-9B11-452C-B9AF-88CBE79F1121}" srcOrd="0" destOrd="0" parTransId="{BAADDB58-8906-4DF8-B104-0B2AD0F24C85}" sibTransId="{600BD298-A0B5-476F-8582-2B78E5C3A525}"/>
    <dgm:cxn modelId="{4788BF45-742E-45F6-ABBC-4FE09BB0D849}" type="presOf" srcId="{C55C3D6D-062E-4741-A182-1CB7DBA35E77}" destId="{811E972C-4C47-4592-AE1E-798A0716DB19}" srcOrd="0" destOrd="0" presId="urn:microsoft.com/office/officeart/2005/8/layout/balance1"/>
    <dgm:cxn modelId="{28AD0468-9E47-4089-A2BD-7F78CE9C4B01}" type="presOf" srcId="{9CC34846-7FD4-4F51-BB25-2B658C7D0537}" destId="{96BDC520-2D4F-4DA4-B95B-58576CD29D8A}" srcOrd="0" destOrd="0" presId="urn:microsoft.com/office/officeart/2005/8/layout/balance1"/>
    <dgm:cxn modelId="{3CF1EE4C-8E17-4C02-B786-D77C5D2D0E83}" srcId="{C55C3D6D-062E-4741-A182-1CB7DBA35E77}" destId="{155B6B2B-99C7-4B1D-8DA5-F83CC8B22FE8}" srcOrd="0" destOrd="0" parTransId="{90A22493-E45B-4B28-9D13-F68989201711}" sibTransId="{37ED0D22-9DC3-49CF-8DED-B3625BB4DCB4}"/>
    <dgm:cxn modelId="{8343374F-A982-4F5D-840A-D8E36EE8EEAD}" type="presOf" srcId="{7349BE70-9B11-452C-B9AF-88CBE79F1121}" destId="{83652350-A5C7-411C-872F-34F01FCD1102}" srcOrd="0" destOrd="0" presId="urn:microsoft.com/office/officeart/2005/8/layout/balance1"/>
    <dgm:cxn modelId="{FF247A76-8789-4E47-8EB1-7F43E891CCB1}" srcId="{C55C3D6D-062E-4741-A182-1CB7DBA35E77}" destId="{9CC34846-7FD4-4F51-BB25-2B658C7D0537}" srcOrd="1" destOrd="0" parTransId="{EE639B5D-6A31-47BB-8691-68BF05467439}" sibTransId="{4F0C80DC-AA13-48F3-AEAF-CEC49EE790C3}"/>
    <dgm:cxn modelId="{8B8447A0-3DBB-44ED-B0DF-538C333283E0}" type="presOf" srcId="{884763E2-750A-4498-A63F-29DA8AAB2FED}" destId="{ADA5B822-E07F-48DF-A5E8-0211D26E9CA0}" srcOrd="0" destOrd="0" presId="urn:microsoft.com/office/officeart/2005/8/layout/balance1"/>
    <dgm:cxn modelId="{1948CFCB-4EC8-4CC0-B614-658003A64765}" srcId="{155B6B2B-99C7-4B1D-8DA5-F83CC8B22FE8}" destId="{884763E2-750A-4498-A63F-29DA8AAB2FED}" srcOrd="0" destOrd="0" parTransId="{22456487-2167-4A5E-8C54-CD2B74A62E08}" sibTransId="{2C336100-6AE3-4811-87C8-18A8928167A2}"/>
    <dgm:cxn modelId="{5E5DEBE5-D2BF-46D2-8C75-AB59D7DBEF09}" type="presParOf" srcId="{811E972C-4C47-4592-AE1E-798A0716DB19}" destId="{6EE3F0C4-DF36-4F8D-9423-CAC12F4ADC05}" srcOrd="0" destOrd="0" presId="urn:microsoft.com/office/officeart/2005/8/layout/balance1"/>
    <dgm:cxn modelId="{ED3913D9-0254-4242-9C23-35E31C5A7165}" type="presParOf" srcId="{811E972C-4C47-4592-AE1E-798A0716DB19}" destId="{BBC62AA2-BCA6-43BB-8F0E-A558DFB305F7}" srcOrd="1" destOrd="0" presId="urn:microsoft.com/office/officeart/2005/8/layout/balance1"/>
    <dgm:cxn modelId="{C865797F-B367-4CAF-9883-3A677791CB50}" type="presParOf" srcId="{BBC62AA2-BCA6-43BB-8F0E-A558DFB305F7}" destId="{5F4F1057-8B03-47CE-8F20-2AF982734F61}" srcOrd="0" destOrd="0" presId="urn:microsoft.com/office/officeart/2005/8/layout/balance1"/>
    <dgm:cxn modelId="{7DB1856F-F57E-415B-9C3D-6AA93D404616}" type="presParOf" srcId="{BBC62AA2-BCA6-43BB-8F0E-A558DFB305F7}" destId="{96BDC520-2D4F-4DA4-B95B-58576CD29D8A}" srcOrd="1" destOrd="0" presId="urn:microsoft.com/office/officeart/2005/8/layout/balance1"/>
    <dgm:cxn modelId="{C591CC9B-83F8-4A89-9414-A48F2000AAB6}" type="presParOf" srcId="{811E972C-4C47-4592-AE1E-798A0716DB19}" destId="{F78D29CC-47AD-4023-8615-0D9B262C4CD0}" srcOrd="2" destOrd="0" presId="urn:microsoft.com/office/officeart/2005/8/layout/balance1"/>
    <dgm:cxn modelId="{EA1FCFCE-92A1-460B-8D07-101E83B19EE2}" type="presParOf" srcId="{F78D29CC-47AD-4023-8615-0D9B262C4CD0}" destId="{70803826-EE43-43A5-AABD-50B11A370070}" srcOrd="0" destOrd="0" presId="urn:microsoft.com/office/officeart/2005/8/layout/balance1"/>
    <dgm:cxn modelId="{FA7F0E82-5614-4052-95C0-BB210634F3D5}" type="presParOf" srcId="{F78D29CC-47AD-4023-8615-0D9B262C4CD0}" destId="{FF8A4B29-5064-4367-BF5A-8C7974EDCF6C}" srcOrd="1" destOrd="0" presId="urn:microsoft.com/office/officeart/2005/8/layout/balance1"/>
    <dgm:cxn modelId="{B2383ECB-452B-4EE1-926D-52AF77BDA002}" type="presParOf" srcId="{F78D29CC-47AD-4023-8615-0D9B262C4CD0}" destId="{0FBE29F1-4707-45F0-AA33-0BED78FEDF3F}" srcOrd="2" destOrd="0" presId="urn:microsoft.com/office/officeart/2005/8/layout/balance1"/>
    <dgm:cxn modelId="{C619D9B1-FF7F-4EF3-AD4B-84B80929AE86}" type="presParOf" srcId="{F78D29CC-47AD-4023-8615-0D9B262C4CD0}" destId="{ADA5B822-E07F-48DF-A5E8-0211D26E9CA0}" srcOrd="3" destOrd="0" presId="urn:microsoft.com/office/officeart/2005/8/layout/balance1"/>
    <dgm:cxn modelId="{748F38E8-0DB1-4051-9880-36A42AE94414}" type="presParOf" srcId="{F78D29CC-47AD-4023-8615-0D9B262C4CD0}" destId="{83652350-A5C7-411C-872F-34F01FCD1102}" srcOrd="4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D4AA36-4C50-4D40-B2D0-73C7868574BB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33D11D8-0E78-4184-B56C-83E3D8C34F08}">
      <dgm:prSet phldrT="[Texto]"/>
      <dgm:spPr/>
      <dgm:t>
        <a:bodyPr/>
        <a:lstStyle/>
        <a:p>
          <a:pPr>
            <a:buNone/>
          </a:pPr>
          <a:r>
            <a:rPr lang="es-CR" noProof="0" dirty="0"/>
            <a:t>Los </a:t>
          </a:r>
          <a:r>
            <a:rPr lang="es-CR" noProof="0" dirty="0" err="1"/>
            <a:t>LLMs</a:t>
          </a:r>
          <a:r>
            <a:rPr lang="es-CR" noProof="0" dirty="0"/>
            <a:t> mejoran cobertura, pero sacrifican relevancia</a:t>
          </a:r>
        </a:p>
      </dgm:t>
    </dgm:pt>
    <dgm:pt modelId="{19AD24DB-6629-4AE6-9250-F08699BEF864}" type="parTrans" cxnId="{A8DC157A-6F4A-4B0A-89B0-7628016BD3B3}">
      <dgm:prSet/>
      <dgm:spPr/>
      <dgm:t>
        <a:bodyPr/>
        <a:lstStyle/>
        <a:p>
          <a:endParaRPr lang="en-US"/>
        </a:p>
      </dgm:t>
    </dgm:pt>
    <dgm:pt modelId="{C2CDDD35-2E70-4B49-9CC0-AECE22F17705}" type="sibTrans" cxnId="{A8DC157A-6F4A-4B0A-89B0-7628016BD3B3}">
      <dgm:prSet/>
      <dgm:spPr/>
      <dgm:t>
        <a:bodyPr/>
        <a:lstStyle/>
        <a:p>
          <a:endParaRPr lang="en-US"/>
        </a:p>
      </dgm:t>
    </dgm:pt>
    <dgm:pt modelId="{4D8FB013-3AFC-4917-9817-1461AFE7B4D4}">
      <dgm:prSet phldrT="[Texto]"/>
      <dgm:spPr/>
      <dgm:t>
        <a:bodyPr/>
        <a:lstStyle/>
        <a:p>
          <a:pPr>
            <a:buNone/>
          </a:pPr>
          <a:r>
            <a:rPr lang="es-CR" noProof="0" dirty="0"/>
            <a:t>Dependencia de conocimiento especializado en seguridad</a:t>
          </a:r>
        </a:p>
      </dgm:t>
    </dgm:pt>
    <dgm:pt modelId="{5E1DA53E-5A31-4898-B841-242FB9430ED9}" type="sibTrans" cxnId="{108F9CEB-E73F-4E62-B17E-502F3EB30350}">
      <dgm:prSet/>
      <dgm:spPr/>
      <dgm:t>
        <a:bodyPr/>
        <a:lstStyle/>
        <a:p>
          <a:endParaRPr lang="en-US"/>
        </a:p>
      </dgm:t>
    </dgm:pt>
    <dgm:pt modelId="{0833E593-832E-41DA-93BA-2ED3A2B2EBE8}" type="parTrans" cxnId="{108F9CEB-E73F-4E62-B17E-502F3EB30350}">
      <dgm:prSet/>
      <dgm:spPr/>
      <dgm:t>
        <a:bodyPr/>
        <a:lstStyle/>
        <a:p>
          <a:endParaRPr lang="en-US"/>
        </a:p>
      </dgm:t>
    </dgm:pt>
    <dgm:pt modelId="{CFA17E40-F532-4125-8E01-4C3BC41259C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R" noProof="0" dirty="0"/>
            <a:t>Falta de evidencia sobre enfoques con human-in-</a:t>
          </a:r>
          <a:r>
            <a:rPr lang="es-CR" noProof="0" dirty="0" err="1"/>
            <a:t>the</a:t>
          </a:r>
          <a:r>
            <a:rPr lang="es-CR" noProof="0" dirty="0"/>
            <a:t>-</a:t>
          </a:r>
          <a:r>
            <a:rPr lang="es-CR" noProof="0" dirty="0" err="1"/>
            <a:t>loop</a:t>
          </a:r>
          <a:r>
            <a:rPr lang="es-CR" noProof="0" dirty="0"/>
            <a:t> </a:t>
          </a:r>
        </a:p>
      </dgm:t>
    </dgm:pt>
    <dgm:pt modelId="{9FF156A4-7A93-4C03-8C5D-76B2C7346E0C}" type="parTrans" cxnId="{0FFF9D4A-124D-4350-9E1A-5E7258ED15EA}">
      <dgm:prSet/>
      <dgm:spPr/>
      <dgm:t>
        <a:bodyPr/>
        <a:lstStyle/>
        <a:p>
          <a:endParaRPr lang="en-US"/>
        </a:p>
      </dgm:t>
    </dgm:pt>
    <dgm:pt modelId="{E42A1ED5-C2FA-41E0-8D94-CCC636470B3A}" type="sibTrans" cxnId="{0FFF9D4A-124D-4350-9E1A-5E7258ED15EA}">
      <dgm:prSet/>
      <dgm:spPr/>
      <dgm:t>
        <a:bodyPr/>
        <a:lstStyle/>
        <a:p>
          <a:endParaRPr lang="en-US"/>
        </a:p>
      </dgm:t>
    </dgm:pt>
    <dgm:pt modelId="{A055F66E-8216-4A65-B33B-67E80E2318E0}" type="pres">
      <dgm:prSet presAssocID="{8BD4AA36-4C50-4D40-B2D0-73C7868574BB}" presName="Name0" presStyleCnt="0">
        <dgm:presLayoutVars>
          <dgm:dir/>
          <dgm:animLvl val="lvl"/>
          <dgm:resizeHandles val="exact"/>
        </dgm:presLayoutVars>
      </dgm:prSet>
      <dgm:spPr/>
    </dgm:pt>
    <dgm:pt modelId="{FD733785-0F63-489A-98B6-07A7ECF967DF}" type="pres">
      <dgm:prSet presAssocID="{CFA17E40-F532-4125-8E01-4C3BC41259CB}" presName="boxAndChildren" presStyleCnt="0"/>
      <dgm:spPr/>
    </dgm:pt>
    <dgm:pt modelId="{96B2DC20-7740-4FA6-97E6-2347103167F9}" type="pres">
      <dgm:prSet presAssocID="{CFA17E40-F532-4125-8E01-4C3BC41259CB}" presName="parentTextBox" presStyleLbl="node1" presStyleIdx="0" presStyleCnt="3"/>
      <dgm:spPr/>
    </dgm:pt>
    <dgm:pt modelId="{26EAC757-4147-4F52-843E-71874A5CD988}" type="pres">
      <dgm:prSet presAssocID="{C2CDDD35-2E70-4B49-9CC0-AECE22F17705}" presName="sp" presStyleCnt="0"/>
      <dgm:spPr/>
    </dgm:pt>
    <dgm:pt modelId="{DC4AB56A-04CB-4C83-99BC-6DF5212A6CA6}" type="pres">
      <dgm:prSet presAssocID="{F33D11D8-0E78-4184-B56C-83E3D8C34F08}" presName="arrowAndChildren" presStyleCnt="0"/>
      <dgm:spPr/>
    </dgm:pt>
    <dgm:pt modelId="{30E4E2C2-5771-4312-8AEA-3B3B34E3C696}" type="pres">
      <dgm:prSet presAssocID="{F33D11D8-0E78-4184-B56C-83E3D8C34F08}" presName="parentTextArrow" presStyleLbl="node1" presStyleIdx="1" presStyleCnt="3"/>
      <dgm:spPr/>
    </dgm:pt>
    <dgm:pt modelId="{6DA2D6B9-DC21-4C2D-A7D0-D7C543540FF0}" type="pres">
      <dgm:prSet presAssocID="{5E1DA53E-5A31-4898-B841-242FB9430ED9}" presName="sp" presStyleCnt="0"/>
      <dgm:spPr/>
    </dgm:pt>
    <dgm:pt modelId="{0668A662-4185-4D71-9849-FED5ABDDB433}" type="pres">
      <dgm:prSet presAssocID="{4D8FB013-3AFC-4917-9817-1461AFE7B4D4}" presName="arrowAndChildren" presStyleCnt="0"/>
      <dgm:spPr/>
    </dgm:pt>
    <dgm:pt modelId="{DB725AE1-56A3-4DFE-B233-073836774C97}" type="pres">
      <dgm:prSet presAssocID="{4D8FB013-3AFC-4917-9817-1461AFE7B4D4}" presName="parentTextArrow" presStyleLbl="node1" presStyleIdx="2" presStyleCnt="3"/>
      <dgm:spPr/>
    </dgm:pt>
  </dgm:ptLst>
  <dgm:cxnLst>
    <dgm:cxn modelId="{D20C3421-3B58-4378-A44D-D01FD368D032}" type="presOf" srcId="{F33D11D8-0E78-4184-B56C-83E3D8C34F08}" destId="{30E4E2C2-5771-4312-8AEA-3B3B34E3C696}" srcOrd="0" destOrd="0" presId="urn:microsoft.com/office/officeart/2005/8/layout/process4"/>
    <dgm:cxn modelId="{0FFF9D4A-124D-4350-9E1A-5E7258ED15EA}" srcId="{8BD4AA36-4C50-4D40-B2D0-73C7868574BB}" destId="{CFA17E40-F532-4125-8E01-4C3BC41259CB}" srcOrd="2" destOrd="0" parTransId="{9FF156A4-7A93-4C03-8C5D-76B2C7346E0C}" sibTransId="{E42A1ED5-C2FA-41E0-8D94-CCC636470B3A}"/>
    <dgm:cxn modelId="{C1332056-8390-428D-BA12-E4E37C763158}" type="presOf" srcId="{4D8FB013-3AFC-4917-9817-1461AFE7B4D4}" destId="{DB725AE1-56A3-4DFE-B233-073836774C97}" srcOrd="0" destOrd="0" presId="urn:microsoft.com/office/officeart/2005/8/layout/process4"/>
    <dgm:cxn modelId="{A8DC157A-6F4A-4B0A-89B0-7628016BD3B3}" srcId="{8BD4AA36-4C50-4D40-B2D0-73C7868574BB}" destId="{F33D11D8-0E78-4184-B56C-83E3D8C34F08}" srcOrd="1" destOrd="0" parTransId="{19AD24DB-6629-4AE6-9250-F08699BEF864}" sibTransId="{C2CDDD35-2E70-4B49-9CC0-AECE22F17705}"/>
    <dgm:cxn modelId="{3698847F-B7C9-415A-8D24-856933D38B96}" type="presOf" srcId="{8BD4AA36-4C50-4D40-B2D0-73C7868574BB}" destId="{A055F66E-8216-4A65-B33B-67E80E2318E0}" srcOrd="0" destOrd="0" presId="urn:microsoft.com/office/officeart/2005/8/layout/process4"/>
    <dgm:cxn modelId="{D07BF9BE-AAAC-4961-9725-C846AC88C1C2}" type="presOf" srcId="{CFA17E40-F532-4125-8E01-4C3BC41259CB}" destId="{96B2DC20-7740-4FA6-97E6-2347103167F9}" srcOrd="0" destOrd="0" presId="urn:microsoft.com/office/officeart/2005/8/layout/process4"/>
    <dgm:cxn modelId="{108F9CEB-E73F-4E62-B17E-502F3EB30350}" srcId="{8BD4AA36-4C50-4D40-B2D0-73C7868574BB}" destId="{4D8FB013-3AFC-4917-9817-1461AFE7B4D4}" srcOrd="0" destOrd="0" parTransId="{0833E593-832E-41DA-93BA-2ED3A2B2EBE8}" sibTransId="{5E1DA53E-5A31-4898-B841-242FB9430ED9}"/>
    <dgm:cxn modelId="{90B9DC7D-1B67-4300-B0AB-72EB3E63E680}" type="presParOf" srcId="{A055F66E-8216-4A65-B33B-67E80E2318E0}" destId="{FD733785-0F63-489A-98B6-07A7ECF967DF}" srcOrd="0" destOrd="0" presId="urn:microsoft.com/office/officeart/2005/8/layout/process4"/>
    <dgm:cxn modelId="{EDDDA944-9161-4088-A79D-C906A2E9D483}" type="presParOf" srcId="{FD733785-0F63-489A-98B6-07A7ECF967DF}" destId="{96B2DC20-7740-4FA6-97E6-2347103167F9}" srcOrd="0" destOrd="0" presId="urn:microsoft.com/office/officeart/2005/8/layout/process4"/>
    <dgm:cxn modelId="{E93969EA-E2FB-4C58-AD22-CD1CCD5219DD}" type="presParOf" srcId="{A055F66E-8216-4A65-B33B-67E80E2318E0}" destId="{26EAC757-4147-4F52-843E-71874A5CD988}" srcOrd="1" destOrd="0" presId="urn:microsoft.com/office/officeart/2005/8/layout/process4"/>
    <dgm:cxn modelId="{A65DD38E-494C-40E9-B9F3-CF85A4AA1EFE}" type="presParOf" srcId="{A055F66E-8216-4A65-B33B-67E80E2318E0}" destId="{DC4AB56A-04CB-4C83-99BC-6DF5212A6CA6}" srcOrd="2" destOrd="0" presId="urn:microsoft.com/office/officeart/2005/8/layout/process4"/>
    <dgm:cxn modelId="{6574E627-594E-4620-AC6D-949A4EC6D3B7}" type="presParOf" srcId="{DC4AB56A-04CB-4C83-99BC-6DF5212A6CA6}" destId="{30E4E2C2-5771-4312-8AEA-3B3B34E3C696}" srcOrd="0" destOrd="0" presId="urn:microsoft.com/office/officeart/2005/8/layout/process4"/>
    <dgm:cxn modelId="{BFB65D68-2566-4125-A00D-09A5FC20666F}" type="presParOf" srcId="{A055F66E-8216-4A65-B33B-67E80E2318E0}" destId="{6DA2D6B9-DC21-4C2D-A7D0-D7C543540FF0}" srcOrd="3" destOrd="0" presId="urn:microsoft.com/office/officeart/2005/8/layout/process4"/>
    <dgm:cxn modelId="{32EB2A0C-7B47-4AFF-92DF-C85DBFFE04FE}" type="presParOf" srcId="{A055F66E-8216-4A65-B33B-67E80E2318E0}" destId="{0668A662-4185-4D71-9849-FED5ABDDB433}" srcOrd="4" destOrd="0" presId="urn:microsoft.com/office/officeart/2005/8/layout/process4"/>
    <dgm:cxn modelId="{9C0D72EE-A216-430A-B9E9-3BB18E5F9D76}" type="presParOf" srcId="{0668A662-4185-4D71-9849-FED5ABDDB433}" destId="{DB725AE1-56A3-4DFE-B233-073836774C9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8D1D53-76AF-460F-B2F2-B2EA44F2675B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370B856-58FF-4EBF-A512-9C5587E88B9E}">
      <dgm:prSet phldrT="[Texto]" phldr="0"/>
      <dgm:spPr/>
      <dgm:t>
        <a:bodyPr/>
        <a:lstStyle/>
        <a:p>
          <a:r>
            <a:rPr lang="es-CR" b="1" noProof="0" dirty="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rPr>
            <a:t>PAPER</a:t>
          </a:r>
          <a:endParaRPr lang="es-CR" noProof="0" dirty="0"/>
        </a:p>
      </dgm:t>
    </dgm:pt>
    <dgm:pt modelId="{C03FAD6D-C745-48FD-810C-E47E07DB0DCC}" type="parTrans" cxnId="{C0F01580-7E99-46F3-ADAB-A8EBC5845A4B}">
      <dgm:prSet/>
      <dgm:spPr/>
      <dgm:t>
        <a:bodyPr/>
        <a:lstStyle/>
        <a:p>
          <a:endParaRPr lang="en-US"/>
        </a:p>
      </dgm:t>
    </dgm:pt>
    <dgm:pt modelId="{C11EB702-220E-4136-9892-3EE1539B46DC}" type="sibTrans" cxnId="{C0F01580-7E99-46F3-ADAB-A8EBC5845A4B}">
      <dgm:prSet/>
      <dgm:spPr/>
      <dgm:t>
        <a:bodyPr/>
        <a:lstStyle/>
        <a:p>
          <a:endParaRPr lang="en-US"/>
        </a:p>
      </dgm:t>
    </dgm:pt>
    <dgm:pt modelId="{11A32C53-C197-4EB1-A157-8DEE3F693147}">
      <dgm:prSet phldrT="[Texto]"/>
      <dgm:spPr/>
      <dgm:t>
        <a:bodyPr/>
        <a:lstStyle/>
        <a:p>
          <a:pPr>
            <a:buNone/>
          </a:pPr>
          <a:r>
            <a:rPr lang="es-CR" noProof="0" dirty="0"/>
            <a:t>Enfoque human-in-</a:t>
          </a:r>
          <a:r>
            <a:rPr lang="es-CR" noProof="0" dirty="0" err="1"/>
            <a:t>the</a:t>
          </a:r>
          <a:r>
            <a:rPr lang="es-CR" noProof="0" dirty="0"/>
            <a:t>-</a:t>
          </a:r>
          <a:r>
            <a:rPr lang="es-CR" noProof="0" dirty="0" err="1"/>
            <a:t>loop</a:t>
          </a:r>
          <a:endParaRPr lang="es-CR" noProof="0" dirty="0"/>
        </a:p>
      </dgm:t>
    </dgm:pt>
    <dgm:pt modelId="{4ADF57C2-DE7B-4257-8B18-78C41B9AE9C3}" type="parTrans" cxnId="{525B6C96-24F4-4BE3-A957-99398F6877DB}">
      <dgm:prSet/>
      <dgm:spPr/>
      <dgm:t>
        <a:bodyPr/>
        <a:lstStyle/>
        <a:p>
          <a:endParaRPr lang="es-CR" noProof="0" dirty="0"/>
        </a:p>
      </dgm:t>
    </dgm:pt>
    <dgm:pt modelId="{E53A7F55-1DDA-4B6C-A3C8-A65505E7D0EA}" type="sibTrans" cxnId="{525B6C96-24F4-4BE3-A957-99398F6877DB}">
      <dgm:prSet/>
      <dgm:spPr/>
      <dgm:t>
        <a:bodyPr/>
        <a:lstStyle/>
        <a:p>
          <a:endParaRPr lang="en-US"/>
        </a:p>
      </dgm:t>
    </dgm:pt>
    <dgm:pt modelId="{A81D22B6-778B-44C5-8FE3-83CB962E5CA3}">
      <dgm:prSet phldrT="[Texto]"/>
      <dgm:spPr/>
      <dgm:t>
        <a:bodyPr/>
        <a:lstStyle/>
        <a:p>
          <a:pPr>
            <a:buNone/>
          </a:pPr>
          <a:r>
            <a:rPr lang="es-CR" noProof="0" dirty="0"/>
            <a:t>Agente virtual inteligente</a:t>
          </a:r>
        </a:p>
      </dgm:t>
    </dgm:pt>
    <dgm:pt modelId="{EFB7AD5D-D763-4E8C-9E0A-4905785DFB3A}" type="parTrans" cxnId="{CCDF19D6-7F88-4FE0-B3B5-F8245B70658C}">
      <dgm:prSet/>
      <dgm:spPr/>
      <dgm:t>
        <a:bodyPr/>
        <a:lstStyle/>
        <a:p>
          <a:endParaRPr lang="es-CR" noProof="0" dirty="0"/>
        </a:p>
      </dgm:t>
    </dgm:pt>
    <dgm:pt modelId="{E671278C-E8AA-449F-B2C8-317CD997FB26}" type="sibTrans" cxnId="{CCDF19D6-7F88-4FE0-B3B5-F8245B70658C}">
      <dgm:prSet/>
      <dgm:spPr/>
      <dgm:t>
        <a:bodyPr/>
        <a:lstStyle/>
        <a:p>
          <a:endParaRPr lang="en-US"/>
        </a:p>
      </dgm:t>
    </dgm:pt>
    <dgm:pt modelId="{FE915199-1423-44E5-8756-22764C6C335D}">
      <dgm:prSet phldrT="[Texto]"/>
      <dgm:spPr/>
      <dgm:t>
        <a:bodyPr/>
        <a:lstStyle/>
        <a:p>
          <a:pPr>
            <a:buNone/>
          </a:pPr>
          <a:r>
            <a:rPr lang="es-CR" noProof="0" dirty="0"/>
            <a:t>Evaluación exploratoria experimental</a:t>
          </a:r>
        </a:p>
      </dgm:t>
    </dgm:pt>
    <dgm:pt modelId="{55238ACA-9E2B-4998-B6DD-F7816233181B}" type="parTrans" cxnId="{03DC7525-0CBA-4BFE-A108-1D4D48B8BEDE}">
      <dgm:prSet/>
      <dgm:spPr/>
      <dgm:t>
        <a:bodyPr/>
        <a:lstStyle/>
        <a:p>
          <a:endParaRPr lang="es-CR" noProof="0" dirty="0"/>
        </a:p>
      </dgm:t>
    </dgm:pt>
    <dgm:pt modelId="{C94532BF-329F-4E34-ABCA-7DC4F8F63933}" type="sibTrans" cxnId="{03DC7525-0CBA-4BFE-A108-1D4D48B8BEDE}">
      <dgm:prSet/>
      <dgm:spPr/>
      <dgm:t>
        <a:bodyPr/>
        <a:lstStyle/>
        <a:p>
          <a:endParaRPr lang="en-US"/>
        </a:p>
      </dgm:t>
    </dgm:pt>
    <dgm:pt modelId="{775E26EC-0BF6-4FB7-B4BD-14117CA1D272}" type="pres">
      <dgm:prSet presAssocID="{D18D1D53-76AF-460F-B2F2-B2EA44F2675B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7D88152-AD93-40AA-B4B4-68E80937348D}" type="pres">
      <dgm:prSet presAssocID="{E370B856-58FF-4EBF-A512-9C5587E88B9E}" presName="root1" presStyleCnt="0"/>
      <dgm:spPr/>
    </dgm:pt>
    <dgm:pt modelId="{B63CC112-54E2-40EA-B46C-6B990F34C910}" type="pres">
      <dgm:prSet presAssocID="{E370B856-58FF-4EBF-A512-9C5587E88B9E}" presName="LevelOneTextNode" presStyleLbl="node0" presStyleIdx="0" presStyleCnt="1">
        <dgm:presLayoutVars>
          <dgm:chPref val="3"/>
        </dgm:presLayoutVars>
      </dgm:prSet>
      <dgm:spPr/>
    </dgm:pt>
    <dgm:pt modelId="{838A7546-7732-48DE-9177-7A01E41BF05F}" type="pres">
      <dgm:prSet presAssocID="{E370B856-58FF-4EBF-A512-9C5587E88B9E}" presName="level2hierChild" presStyleCnt="0"/>
      <dgm:spPr/>
    </dgm:pt>
    <dgm:pt modelId="{D248D8C2-7412-4018-AD36-4930C6646EEE}" type="pres">
      <dgm:prSet presAssocID="{4ADF57C2-DE7B-4257-8B18-78C41B9AE9C3}" presName="conn2-1" presStyleLbl="parChTrans1D2" presStyleIdx="0" presStyleCnt="3"/>
      <dgm:spPr/>
    </dgm:pt>
    <dgm:pt modelId="{26A1C2BB-67AE-49EF-8764-527F6B24237B}" type="pres">
      <dgm:prSet presAssocID="{4ADF57C2-DE7B-4257-8B18-78C41B9AE9C3}" presName="connTx" presStyleLbl="parChTrans1D2" presStyleIdx="0" presStyleCnt="3"/>
      <dgm:spPr/>
    </dgm:pt>
    <dgm:pt modelId="{BE459FCD-774F-432E-9C3A-6C15D7A5107C}" type="pres">
      <dgm:prSet presAssocID="{11A32C53-C197-4EB1-A157-8DEE3F693147}" presName="root2" presStyleCnt="0"/>
      <dgm:spPr/>
    </dgm:pt>
    <dgm:pt modelId="{93639D29-6B87-48F1-8680-45A5ED3C7F76}" type="pres">
      <dgm:prSet presAssocID="{11A32C53-C197-4EB1-A157-8DEE3F693147}" presName="LevelTwoTextNode" presStyleLbl="node2" presStyleIdx="0" presStyleCnt="3">
        <dgm:presLayoutVars>
          <dgm:chPref val="3"/>
        </dgm:presLayoutVars>
      </dgm:prSet>
      <dgm:spPr/>
    </dgm:pt>
    <dgm:pt modelId="{0BCFBFC6-C6AE-4707-BB72-CC145B9BDFD1}" type="pres">
      <dgm:prSet presAssocID="{11A32C53-C197-4EB1-A157-8DEE3F693147}" presName="level3hierChild" presStyleCnt="0"/>
      <dgm:spPr/>
    </dgm:pt>
    <dgm:pt modelId="{666920C6-2BAD-4189-BB49-0DD9542978C0}" type="pres">
      <dgm:prSet presAssocID="{EFB7AD5D-D763-4E8C-9E0A-4905785DFB3A}" presName="conn2-1" presStyleLbl="parChTrans1D2" presStyleIdx="1" presStyleCnt="3"/>
      <dgm:spPr/>
    </dgm:pt>
    <dgm:pt modelId="{19BBE9FD-2B23-4D5F-B294-771644393DDE}" type="pres">
      <dgm:prSet presAssocID="{EFB7AD5D-D763-4E8C-9E0A-4905785DFB3A}" presName="connTx" presStyleLbl="parChTrans1D2" presStyleIdx="1" presStyleCnt="3"/>
      <dgm:spPr/>
    </dgm:pt>
    <dgm:pt modelId="{EF08239C-02B2-465F-A29A-5679155D9D1D}" type="pres">
      <dgm:prSet presAssocID="{A81D22B6-778B-44C5-8FE3-83CB962E5CA3}" presName="root2" presStyleCnt="0"/>
      <dgm:spPr/>
    </dgm:pt>
    <dgm:pt modelId="{CFC4C47B-FC51-4A37-B1ED-A98C02015B25}" type="pres">
      <dgm:prSet presAssocID="{A81D22B6-778B-44C5-8FE3-83CB962E5CA3}" presName="LevelTwoTextNode" presStyleLbl="node2" presStyleIdx="1" presStyleCnt="3">
        <dgm:presLayoutVars>
          <dgm:chPref val="3"/>
        </dgm:presLayoutVars>
      </dgm:prSet>
      <dgm:spPr/>
    </dgm:pt>
    <dgm:pt modelId="{6231CBC9-4C17-4E8B-9829-AC0ABD25A898}" type="pres">
      <dgm:prSet presAssocID="{A81D22B6-778B-44C5-8FE3-83CB962E5CA3}" presName="level3hierChild" presStyleCnt="0"/>
      <dgm:spPr/>
    </dgm:pt>
    <dgm:pt modelId="{E7E235E5-86E0-4B42-95FB-D642C64D6BBD}" type="pres">
      <dgm:prSet presAssocID="{55238ACA-9E2B-4998-B6DD-F7816233181B}" presName="conn2-1" presStyleLbl="parChTrans1D2" presStyleIdx="2" presStyleCnt="3"/>
      <dgm:spPr/>
    </dgm:pt>
    <dgm:pt modelId="{8230769B-84F2-49DB-A0C3-0D8B743B1E7F}" type="pres">
      <dgm:prSet presAssocID="{55238ACA-9E2B-4998-B6DD-F7816233181B}" presName="connTx" presStyleLbl="parChTrans1D2" presStyleIdx="2" presStyleCnt="3"/>
      <dgm:spPr/>
    </dgm:pt>
    <dgm:pt modelId="{4F55E4A6-3871-4D3F-859D-5B37B5BB46DA}" type="pres">
      <dgm:prSet presAssocID="{FE915199-1423-44E5-8756-22764C6C335D}" presName="root2" presStyleCnt="0"/>
      <dgm:spPr/>
    </dgm:pt>
    <dgm:pt modelId="{71E39068-D9A8-42F2-9944-E0A96C729159}" type="pres">
      <dgm:prSet presAssocID="{FE915199-1423-44E5-8756-22764C6C335D}" presName="LevelTwoTextNode" presStyleLbl="node2" presStyleIdx="2" presStyleCnt="3">
        <dgm:presLayoutVars>
          <dgm:chPref val="3"/>
        </dgm:presLayoutVars>
      </dgm:prSet>
      <dgm:spPr/>
    </dgm:pt>
    <dgm:pt modelId="{02C9BF99-259D-4DDC-9849-B41D631DE2AF}" type="pres">
      <dgm:prSet presAssocID="{FE915199-1423-44E5-8756-22764C6C335D}" presName="level3hierChild" presStyleCnt="0"/>
      <dgm:spPr/>
    </dgm:pt>
  </dgm:ptLst>
  <dgm:cxnLst>
    <dgm:cxn modelId="{FF2CCF1F-CFD7-48F7-B5E5-D03E27CCABC8}" type="presOf" srcId="{FE915199-1423-44E5-8756-22764C6C335D}" destId="{71E39068-D9A8-42F2-9944-E0A96C729159}" srcOrd="0" destOrd="0" presId="urn:microsoft.com/office/officeart/2008/layout/HorizontalMultiLevelHierarchy"/>
    <dgm:cxn modelId="{03DC7525-0CBA-4BFE-A108-1D4D48B8BEDE}" srcId="{E370B856-58FF-4EBF-A512-9C5587E88B9E}" destId="{FE915199-1423-44E5-8756-22764C6C335D}" srcOrd="2" destOrd="0" parTransId="{55238ACA-9E2B-4998-B6DD-F7816233181B}" sibTransId="{C94532BF-329F-4E34-ABCA-7DC4F8F63933}"/>
    <dgm:cxn modelId="{EFF07F2B-B40F-4693-9284-948E4CD58B21}" type="presOf" srcId="{EFB7AD5D-D763-4E8C-9E0A-4905785DFB3A}" destId="{666920C6-2BAD-4189-BB49-0DD9542978C0}" srcOrd="0" destOrd="0" presId="urn:microsoft.com/office/officeart/2008/layout/HorizontalMultiLevelHierarchy"/>
    <dgm:cxn modelId="{15ABAE37-44BF-4CD5-8137-812001EBB0CD}" type="presOf" srcId="{55238ACA-9E2B-4998-B6DD-F7816233181B}" destId="{8230769B-84F2-49DB-A0C3-0D8B743B1E7F}" srcOrd="1" destOrd="0" presId="urn:microsoft.com/office/officeart/2008/layout/HorizontalMultiLevelHierarchy"/>
    <dgm:cxn modelId="{C0BF173C-5E0F-4E7B-8172-6EBA0C67B64C}" type="presOf" srcId="{A81D22B6-778B-44C5-8FE3-83CB962E5CA3}" destId="{CFC4C47B-FC51-4A37-B1ED-A98C02015B25}" srcOrd="0" destOrd="0" presId="urn:microsoft.com/office/officeart/2008/layout/HorizontalMultiLevelHierarchy"/>
    <dgm:cxn modelId="{09B93F3E-C096-4849-9D91-7300368F0591}" type="presOf" srcId="{D18D1D53-76AF-460F-B2F2-B2EA44F2675B}" destId="{775E26EC-0BF6-4FB7-B4BD-14117CA1D272}" srcOrd="0" destOrd="0" presId="urn:microsoft.com/office/officeart/2008/layout/HorizontalMultiLevelHierarchy"/>
    <dgm:cxn modelId="{068BD043-53C7-4CAC-96B3-94F2E5C2721F}" type="presOf" srcId="{EFB7AD5D-D763-4E8C-9E0A-4905785DFB3A}" destId="{19BBE9FD-2B23-4D5F-B294-771644393DDE}" srcOrd="1" destOrd="0" presId="urn:microsoft.com/office/officeart/2008/layout/HorizontalMultiLevelHierarchy"/>
    <dgm:cxn modelId="{BE912A78-3551-4BBB-8B61-E1402EB32F76}" type="presOf" srcId="{4ADF57C2-DE7B-4257-8B18-78C41B9AE9C3}" destId="{26A1C2BB-67AE-49EF-8764-527F6B24237B}" srcOrd="1" destOrd="0" presId="urn:microsoft.com/office/officeart/2008/layout/HorizontalMultiLevelHierarchy"/>
    <dgm:cxn modelId="{C0F01580-7E99-46F3-ADAB-A8EBC5845A4B}" srcId="{D18D1D53-76AF-460F-B2F2-B2EA44F2675B}" destId="{E370B856-58FF-4EBF-A512-9C5587E88B9E}" srcOrd="0" destOrd="0" parTransId="{C03FAD6D-C745-48FD-810C-E47E07DB0DCC}" sibTransId="{C11EB702-220E-4136-9892-3EE1539B46DC}"/>
    <dgm:cxn modelId="{7D58E189-F97B-46C9-977A-21D80C04F686}" type="presOf" srcId="{55238ACA-9E2B-4998-B6DD-F7816233181B}" destId="{E7E235E5-86E0-4B42-95FB-D642C64D6BBD}" srcOrd="0" destOrd="0" presId="urn:microsoft.com/office/officeart/2008/layout/HorizontalMultiLevelHierarchy"/>
    <dgm:cxn modelId="{525B6C96-24F4-4BE3-A957-99398F6877DB}" srcId="{E370B856-58FF-4EBF-A512-9C5587E88B9E}" destId="{11A32C53-C197-4EB1-A157-8DEE3F693147}" srcOrd="0" destOrd="0" parTransId="{4ADF57C2-DE7B-4257-8B18-78C41B9AE9C3}" sibTransId="{E53A7F55-1DDA-4B6C-A3C8-A65505E7D0EA}"/>
    <dgm:cxn modelId="{D712F4C5-68BC-4707-A5C9-F5B3D46D0EFC}" type="presOf" srcId="{E370B856-58FF-4EBF-A512-9C5587E88B9E}" destId="{B63CC112-54E2-40EA-B46C-6B990F34C910}" srcOrd="0" destOrd="0" presId="urn:microsoft.com/office/officeart/2008/layout/HorizontalMultiLevelHierarchy"/>
    <dgm:cxn modelId="{CCDF19D6-7F88-4FE0-B3B5-F8245B70658C}" srcId="{E370B856-58FF-4EBF-A512-9C5587E88B9E}" destId="{A81D22B6-778B-44C5-8FE3-83CB962E5CA3}" srcOrd="1" destOrd="0" parTransId="{EFB7AD5D-D763-4E8C-9E0A-4905785DFB3A}" sibTransId="{E671278C-E8AA-449F-B2C8-317CD997FB26}"/>
    <dgm:cxn modelId="{B93CB2E0-8795-4D5A-9FC4-9468B87D38AF}" type="presOf" srcId="{11A32C53-C197-4EB1-A157-8DEE3F693147}" destId="{93639D29-6B87-48F1-8680-45A5ED3C7F76}" srcOrd="0" destOrd="0" presId="urn:microsoft.com/office/officeart/2008/layout/HorizontalMultiLevelHierarchy"/>
    <dgm:cxn modelId="{425486F7-67C8-4235-BCC7-F50BCBA42788}" type="presOf" srcId="{4ADF57C2-DE7B-4257-8B18-78C41B9AE9C3}" destId="{D248D8C2-7412-4018-AD36-4930C6646EEE}" srcOrd="0" destOrd="0" presId="urn:microsoft.com/office/officeart/2008/layout/HorizontalMultiLevelHierarchy"/>
    <dgm:cxn modelId="{173F9A14-BBCD-46BE-BC53-B00E10DE79B8}" type="presParOf" srcId="{775E26EC-0BF6-4FB7-B4BD-14117CA1D272}" destId="{47D88152-AD93-40AA-B4B4-68E80937348D}" srcOrd="0" destOrd="0" presId="urn:microsoft.com/office/officeart/2008/layout/HorizontalMultiLevelHierarchy"/>
    <dgm:cxn modelId="{0DB7A57C-183C-4EFE-8AED-25813D016A00}" type="presParOf" srcId="{47D88152-AD93-40AA-B4B4-68E80937348D}" destId="{B63CC112-54E2-40EA-B46C-6B990F34C910}" srcOrd="0" destOrd="0" presId="urn:microsoft.com/office/officeart/2008/layout/HorizontalMultiLevelHierarchy"/>
    <dgm:cxn modelId="{870ADCB6-A03C-402F-9E7B-6618F0E54EB5}" type="presParOf" srcId="{47D88152-AD93-40AA-B4B4-68E80937348D}" destId="{838A7546-7732-48DE-9177-7A01E41BF05F}" srcOrd="1" destOrd="0" presId="urn:microsoft.com/office/officeart/2008/layout/HorizontalMultiLevelHierarchy"/>
    <dgm:cxn modelId="{6FA8533D-8244-4F15-ACD7-F69A8F17E3B5}" type="presParOf" srcId="{838A7546-7732-48DE-9177-7A01E41BF05F}" destId="{D248D8C2-7412-4018-AD36-4930C6646EEE}" srcOrd="0" destOrd="0" presId="urn:microsoft.com/office/officeart/2008/layout/HorizontalMultiLevelHierarchy"/>
    <dgm:cxn modelId="{9D74D1F9-183E-4A21-8238-0F5EEF100E0C}" type="presParOf" srcId="{D248D8C2-7412-4018-AD36-4930C6646EEE}" destId="{26A1C2BB-67AE-49EF-8764-527F6B24237B}" srcOrd="0" destOrd="0" presId="urn:microsoft.com/office/officeart/2008/layout/HorizontalMultiLevelHierarchy"/>
    <dgm:cxn modelId="{67269B27-D712-4AF6-90D2-0259153126BC}" type="presParOf" srcId="{838A7546-7732-48DE-9177-7A01E41BF05F}" destId="{BE459FCD-774F-432E-9C3A-6C15D7A5107C}" srcOrd="1" destOrd="0" presId="urn:microsoft.com/office/officeart/2008/layout/HorizontalMultiLevelHierarchy"/>
    <dgm:cxn modelId="{E1D5B221-63C3-483F-8D7E-D7C6A83636B0}" type="presParOf" srcId="{BE459FCD-774F-432E-9C3A-6C15D7A5107C}" destId="{93639D29-6B87-48F1-8680-45A5ED3C7F76}" srcOrd="0" destOrd="0" presId="urn:microsoft.com/office/officeart/2008/layout/HorizontalMultiLevelHierarchy"/>
    <dgm:cxn modelId="{8E6C606C-3F6B-4DEC-A68B-A993EFE6229A}" type="presParOf" srcId="{BE459FCD-774F-432E-9C3A-6C15D7A5107C}" destId="{0BCFBFC6-C6AE-4707-BB72-CC145B9BDFD1}" srcOrd="1" destOrd="0" presId="urn:microsoft.com/office/officeart/2008/layout/HorizontalMultiLevelHierarchy"/>
    <dgm:cxn modelId="{DAE1DC7B-64FB-4644-9C85-75C26AB4A8A4}" type="presParOf" srcId="{838A7546-7732-48DE-9177-7A01E41BF05F}" destId="{666920C6-2BAD-4189-BB49-0DD9542978C0}" srcOrd="2" destOrd="0" presId="urn:microsoft.com/office/officeart/2008/layout/HorizontalMultiLevelHierarchy"/>
    <dgm:cxn modelId="{94BF696E-BB0A-4F26-9FFA-4023F77ED38C}" type="presParOf" srcId="{666920C6-2BAD-4189-BB49-0DD9542978C0}" destId="{19BBE9FD-2B23-4D5F-B294-771644393DDE}" srcOrd="0" destOrd="0" presId="urn:microsoft.com/office/officeart/2008/layout/HorizontalMultiLevelHierarchy"/>
    <dgm:cxn modelId="{6FCC3D1E-162C-446D-94C7-33B23B45342F}" type="presParOf" srcId="{838A7546-7732-48DE-9177-7A01E41BF05F}" destId="{EF08239C-02B2-465F-A29A-5679155D9D1D}" srcOrd="3" destOrd="0" presId="urn:microsoft.com/office/officeart/2008/layout/HorizontalMultiLevelHierarchy"/>
    <dgm:cxn modelId="{1D49ADAA-7FBB-4B71-87EA-50264800E993}" type="presParOf" srcId="{EF08239C-02B2-465F-A29A-5679155D9D1D}" destId="{CFC4C47B-FC51-4A37-B1ED-A98C02015B25}" srcOrd="0" destOrd="0" presId="urn:microsoft.com/office/officeart/2008/layout/HorizontalMultiLevelHierarchy"/>
    <dgm:cxn modelId="{5C04FB79-DF9E-4099-9460-C11C2229A86A}" type="presParOf" srcId="{EF08239C-02B2-465F-A29A-5679155D9D1D}" destId="{6231CBC9-4C17-4E8B-9829-AC0ABD25A898}" srcOrd="1" destOrd="0" presId="urn:microsoft.com/office/officeart/2008/layout/HorizontalMultiLevelHierarchy"/>
    <dgm:cxn modelId="{5E641651-DCDB-4EBA-82FE-54F386CC41BF}" type="presParOf" srcId="{838A7546-7732-48DE-9177-7A01E41BF05F}" destId="{E7E235E5-86E0-4B42-95FB-D642C64D6BBD}" srcOrd="4" destOrd="0" presId="urn:microsoft.com/office/officeart/2008/layout/HorizontalMultiLevelHierarchy"/>
    <dgm:cxn modelId="{F4F5EB54-82C6-4B7C-BDE0-B72E70B0E671}" type="presParOf" srcId="{E7E235E5-86E0-4B42-95FB-D642C64D6BBD}" destId="{8230769B-84F2-49DB-A0C3-0D8B743B1E7F}" srcOrd="0" destOrd="0" presId="urn:microsoft.com/office/officeart/2008/layout/HorizontalMultiLevelHierarchy"/>
    <dgm:cxn modelId="{4796189E-A84A-44AC-BF58-4C5BAA066CD0}" type="presParOf" srcId="{838A7546-7732-48DE-9177-7A01E41BF05F}" destId="{4F55E4A6-3871-4D3F-859D-5B37B5BB46DA}" srcOrd="5" destOrd="0" presId="urn:microsoft.com/office/officeart/2008/layout/HorizontalMultiLevelHierarchy"/>
    <dgm:cxn modelId="{7AE89551-7B30-488C-94AC-3BF02FB56A97}" type="presParOf" srcId="{4F55E4A6-3871-4D3F-859D-5B37B5BB46DA}" destId="{71E39068-D9A8-42F2-9944-E0A96C729159}" srcOrd="0" destOrd="0" presId="urn:microsoft.com/office/officeart/2008/layout/HorizontalMultiLevelHierarchy"/>
    <dgm:cxn modelId="{92E90E30-17F1-4A77-9035-C5054580E36B}" type="presParOf" srcId="{4F55E4A6-3871-4D3F-859D-5B37B5BB46DA}" destId="{02C9BF99-259D-4DDC-9849-B41D631DE2A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6B4035-B74E-4FE1-8620-13B66769AF03}" type="doc">
      <dgm:prSet loTypeId="urn:microsoft.com/office/officeart/2024/layout/Vertic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4DB23D-D5D3-49A1-9592-EA4B7FA07DAE}">
      <dgm:prSet phldrT="[Texto]" phldr="0" custT="1"/>
      <dgm:spPr/>
      <dgm:t>
        <a:bodyPr/>
        <a:lstStyle/>
        <a:p>
          <a:r>
            <a:rPr lang="es-CR" sz="2800" noProof="0" dirty="0"/>
            <a:t>RQ1</a:t>
          </a:r>
        </a:p>
      </dgm:t>
    </dgm:pt>
    <dgm:pt modelId="{622A6AA1-21A9-4F93-94ED-490D8C66B459}" type="parTrans" cxnId="{2953213A-DFC9-409A-BBB8-66B07210EE1E}">
      <dgm:prSet/>
      <dgm:spPr/>
      <dgm:t>
        <a:bodyPr/>
        <a:lstStyle/>
        <a:p>
          <a:endParaRPr lang="en-US"/>
        </a:p>
      </dgm:t>
    </dgm:pt>
    <dgm:pt modelId="{175BCC03-2ACD-4DB9-87D2-8AF73B93EBF4}" type="sibTrans" cxnId="{2953213A-DFC9-409A-BBB8-66B07210EE1E}">
      <dgm:prSet/>
      <dgm:spPr/>
      <dgm:t>
        <a:bodyPr/>
        <a:lstStyle/>
        <a:p>
          <a:endParaRPr lang="en-US"/>
        </a:p>
      </dgm:t>
    </dgm:pt>
    <dgm:pt modelId="{1D29F1CF-7508-4C10-B6B3-226A7E45F002}">
      <dgm:prSet phldrT="[Texto]" custT="1"/>
      <dgm:spPr/>
      <dgm:t>
        <a:bodyPr/>
        <a:lstStyle/>
        <a:p>
          <a:pPr>
            <a:buNone/>
          </a:pPr>
          <a:r>
            <a:rPr lang="es-CR" sz="1400" b="0" noProof="0" dirty="0"/>
            <a:t>¿Cómo difiere la </a:t>
          </a:r>
          <a:r>
            <a:rPr lang="es-CR" sz="1400" b="1" noProof="0" dirty="0"/>
            <a:t>cobertura</a:t>
          </a:r>
          <a:r>
            <a:rPr lang="es-CR" sz="1400" b="0" noProof="0" dirty="0"/>
            <a:t> observada de los requisitos de seguridad entre el grupo control y el grupo experimental?</a:t>
          </a:r>
        </a:p>
      </dgm:t>
    </dgm:pt>
    <dgm:pt modelId="{8717E5CE-D0D9-4D0A-AE40-6B6AC8C99935}" type="parTrans" cxnId="{8BCDCA9E-A7AE-40B7-B65C-7794FD07C364}">
      <dgm:prSet/>
      <dgm:spPr/>
      <dgm:t>
        <a:bodyPr/>
        <a:lstStyle/>
        <a:p>
          <a:endParaRPr lang="en-US"/>
        </a:p>
      </dgm:t>
    </dgm:pt>
    <dgm:pt modelId="{8C8278C2-A7BD-4802-96CD-7EFB361F3752}" type="sibTrans" cxnId="{8BCDCA9E-A7AE-40B7-B65C-7794FD07C364}">
      <dgm:prSet/>
      <dgm:spPr/>
      <dgm:t>
        <a:bodyPr/>
        <a:lstStyle/>
        <a:p>
          <a:endParaRPr lang="en-US"/>
        </a:p>
      </dgm:t>
    </dgm:pt>
    <dgm:pt modelId="{F7FF7272-17DB-4D4C-BE43-3CDD3B56274A}">
      <dgm:prSet phldrT="[Texto]" custT="1"/>
      <dgm:spPr/>
      <dgm:t>
        <a:bodyPr/>
        <a:lstStyle/>
        <a:p>
          <a:r>
            <a:rPr lang="es-CR" sz="2800" noProof="0" dirty="0"/>
            <a:t>RQ2</a:t>
          </a:r>
        </a:p>
      </dgm:t>
    </dgm:pt>
    <dgm:pt modelId="{164F7B88-79EC-4788-8BF3-2AA75E676FB7}" type="parTrans" cxnId="{1BA1FDC4-9B30-43CB-81AA-47FA03F2850B}">
      <dgm:prSet/>
      <dgm:spPr/>
      <dgm:t>
        <a:bodyPr/>
        <a:lstStyle/>
        <a:p>
          <a:endParaRPr lang="en-US"/>
        </a:p>
      </dgm:t>
    </dgm:pt>
    <dgm:pt modelId="{453B6F09-24C9-43F4-A1DB-BA51318B52A3}" type="sibTrans" cxnId="{1BA1FDC4-9B30-43CB-81AA-47FA03F2850B}">
      <dgm:prSet/>
      <dgm:spPr/>
      <dgm:t>
        <a:bodyPr/>
        <a:lstStyle/>
        <a:p>
          <a:endParaRPr lang="en-US"/>
        </a:p>
      </dgm:t>
    </dgm:pt>
    <dgm:pt modelId="{23CEE5DC-821A-4D30-ADB7-1833D1321ACC}">
      <dgm:prSet phldrT="[Texto]" custT="1"/>
      <dgm:spPr/>
      <dgm:t>
        <a:bodyPr/>
        <a:lstStyle/>
        <a:p>
          <a:pPr>
            <a:buNone/>
          </a:pPr>
          <a:r>
            <a:rPr lang="es-CR" sz="1400" b="0" noProof="0" dirty="0"/>
            <a:t>¿Cómo difiere la </a:t>
          </a:r>
          <a:r>
            <a:rPr lang="es-CR" sz="1400" b="1" noProof="0" dirty="0"/>
            <a:t>relevancia</a:t>
          </a:r>
          <a:r>
            <a:rPr lang="es-CR" sz="1400" b="0" noProof="0" dirty="0"/>
            <a:t> observada de los requisitos de seguridad entre el grupo control y el grupo experimental?</a:t>
          </a:r>
        </a:p>
      </dgm:t>
    </dgm:pt>
    <dgm:pt modelId="{E991AF7A-4595-43DE-86C7-A8E6C3935CCF}" type="parTrans" cxnId="{A17AE1EF-37DB-462B-A0B6-5A861C8BDB51}">
      <dgm:prSet/>
      <dgm:spPr/>
      <dgm:t>
        <a:bodyPr/>
        <a:lstStyle/>
        <a:p>
          <a:endParaRPr lang="en-US"/>
        </a:p>
      </dgm:t>
    </dgm:pt>
    <dgm:pt modelId="{D1A0F85A-F0F3-4C9C-A5F4-1A4D76A0C2AA}" type="sibTrans" cxnId="{A17AE1EF-37DB-462B-A0B6-5A861C8BDB51}">
      <dgm:prSet/>
      <dgm:spPr/>
      <dgm:t>
        <a:bodyPr/>
        <a:lstStyle/>
        <a:p>
          <a:endParaRPr lang="en-US"/>
        </a:p>
      </dgm:t>
    </dgm:pt>
    <dgm:pt modelId="{EDB187A5-30E1-4F36-B17F-4F9AC06A58FE}">
      <dgm:prSet phldrT="[Texto]" custT="1"/>
      <dgm:spPr/>
      <dgm:t>
        <a:bodyPr/>
        <a:lstStyle/>
        <a:p>
          <a:r>
            <a:rPr lang="es-CR" sz="2800" noProof="0" dirty="0"/>
            <a:t>RQ3</a:t>
          </a:r>
        </a:p>
      </dgm:t>
    </dgm:pt>
    <dgm:pt modelId="{0A570613-C220-4B19-A2CB-C5731B9332A7}" type="parTrans" cxnId="{0786D464-1549-4F36-B337-0AACD917EA3D}">
      <dgm:prSet/>
      <dgm:spPr/>
      <dgm:t>
        <a:bodyPr/>
        <a:lstStyle/>
        <a:p>
          <a:endParaRPr lang="en-US"/>
        </a:p>
      </dgm:t>
    </dgm:pt>
    <dgm:pt modelId="{0DAA9825-3D65-4DB5-9E5D-5303E9904B26}" type="sibTrans" cxnId="{0786D464-1549-4F36-B337-0AACD917EA3D}">
      <dgm:prSet/>
      <dgm:spPr/>
      <dgm:t>
        <a:bodyPr/>
        <a:lstStyle/>
        <a:p>
          <a:endParaRPr lang="en-US"/>
        </a:p>
      </dgm:t>
    </dgm:pt>
    <dgm:pt modelId="{3BF57846-EC77-4859-AB0A-7B025193475E}">
      <dgm:prSet phldrT="[Texto]" custT="1"/>
      <dgm:spPr/>
      <dgm:t>
        <a:bodyPr/>
        <a:lstStyle/>
        <a:p>
          <a:pPr>
            <a:buNone/>
          </a:pPr>
          <a:r>
            <a:rPr lang="es-CR" sz="1400" b="0" noProof="0" dirty="0"/>
            <a:t>¿Qué nivel de </a:t>
          </a:r>
          <a:r>
            <a:rPr lang="es-CR" sz="1400" b="1" noProof="0" dirty="0"/>
            <a:t>satisfacción</a:t>
          </a:r>
          <a:r>
            <a:rPr lang="es-CR" sz="1400" b="0" noProof="0" dirty="0"/>
            <a:t> perciben los participantes después de interactuar con el agente virtual inteligente?</a:t>
          </a:r>
        </a:p>
      </dgm:t>
    </dgm:pt>
    <dgm:pt modelId="{D903C9A3-FCFB-4534-B79B-0738D5EEE09E}" type="parTrans" cxnId="{2C97B19B-FED2-49F2-8A70-A65DA719DB28}">
      <dgm:prSet/>
      <dgm:spPr/>
      <dgm:t>
        <a:bodyPr/>
        <a:lstStyle/>
        <a:p>
          <a:endParaRPr lang="en-US"/>
        </a:p>
      </dgm:t>
    </dgm:pt>
    <dgm:pt modelId="{1B7E50F1-6871-402E-96FF-9401AE5C7102}" type="sibTrans" cxnId="{2C97B19B-FED2-49F2-8A70-A65DA719DB28}">
      <dgm:prSet/>
      <dgm:spPr/>
      <dgm:t>
        <a:bodyPr/>
        <a:lstStyle/>
        <a:p>
          <a:endParaRPr lang="en-US"/>
        </a:p>
      </dgm:t>
    </dgm:pt>
    <dgm:pt modelId="{8FD40616-5678-442F-8050-481E30854B73}" type="pres">
      <dgm:prSet presAssocID="{C36B4035-B74E-4FE1-8620-13B66769AF03}" presName="Name0" presStyleCnt="0">
        <dgm:presLayoutVars>
          <dgm:dir/>
          <dgm:animLvl val="lvl"/>
          <dgm:resizeHandles val="exact"/>
        </dgm:presLayoutVars>
      </dgm:prSet>
      <dgm:spPr/>
    </dgm:pt>
    <dgm:pt modelId="{B8266E91-0C7A-49F9-97BC-251EC0349BDC}" type="pres">
      <dgm:prSet presAssocID="{394DB23D-D5D3-49A1-9592-EA4B7FA07DAE}" presName="linNode" presStyleCnt="0"/>
      <dgm:spPr/>
    </dgm:pt>
    <dgm:pt modelId="{838DEF67-AE99-4E6A-84E7-50D98D5861D5}" type="pres">
      <dgm:prSet presAssocID="{394DB23D-D5D3-49A1-9592-EA4B7FA07DAE}" presName="bgOutline" presStyleLbl="fgAcc1" presStyleIdx="0" presStyleCnt="3"/>
      <dgm:spPr/>
    </dgm:pt>
    <dgm:pt modelId="{7DA81A83-877D-4E84-BFBA-7E38455D72E5}" type="pres">
      <dgm:prSet presAssocID="{394DB23D-D5D3-49A1-9592-EA4B7FA07DAE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D12CB92E-1639-4C49-A20B-C6CD0B485E47}" type="pres">
      <dgm:prSet presAssocID="{394DB23D-D5D3-49A1-9592-EA4B7FA07DAE}" presName="descendantText" presStyleLbl="revTx" presStyleIdx="0" presStyleCnt="0">
        <dgm:presLayoutVars>
          <dgm:bulletEnabled/>
        </dgm:presLayoutVars>
      </dgm:prSet>
      <dgm:spPr/>
    </dgm:pt>
    <dgm:pt modelId="{0F7A88E1-986F-4F2C-AE23-9F134AE2763B}" type="pres">
      <dgm:prSet presAssocID="{175BCC03-2ACD-4DB9-87D2-8AF73B93EBF4}" presName="sp" presStyleCnt="0"/>
      <dgm:spPr/>
    </dgm:pt>
    <dgm:pt modelId="{C8811179-380D-44C5-95EF-B4B83BD53B94}" type="pres">
      <dgm:prSet presAssocID="{F7FF7272-17DB-4D4C-BE43-3CDD3B56274A}" presName="linNode" presStyleCnt="0"/>
      <dgm:spPr/>
    </dgm:pt>
    <dgm:pt modelId="{A1F5F12B-F5C4-4ABC-801B-8028656021BA}" type="pres">
      <dgm:prSet presAssocID="{F7FF7272-17DB-4D4C-BE43-3CDD3B56274A}" presName="bgOutline" presStyleLbl="fgAcc1" presStyleIdx="1" presStyleCnt="3"/>
      <dgm:spPr/>
    </dgm:pt>
    <dgm:pt modelId="{4379FC02-4A62-47BF-A006-DDF1215D5DF5}" type="pres">
      <dgm:prSet presAssocID="{F7FF7272-17DB-4D4C-BE43-3CDD3B56274A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185E59E0-E584-409C-A9AD-00FDBD02F40C}" type="pres">
      <dgm:prSet presAssocID="{F7FF7272-17DB-4D4C-BE43-3CDD3B56274A}" presName="descendantText" presStyleLbl="revTx" presStyleIdx="0" presStyleCnt="0">
        <dgm:presLayoutVars>
          <dgm:bulletEnabled/>
        </dgm:presLayoutVars>
      </dgm:prSet>
      <dgm:spPr/>
    </dgm:pt>
    <dgm:pt modelId="{65D65CC4-28CA-475B-BC7A-DCE9CFEC1BBE}" type="pres">
      <dgm:prSet presAssocID="{453B6F09-24C9-43F4-A1DB-BA51318B52A3}" presName="sp" presStyleCnt="0"/>
      <dgm:spPr/>
    </dgm:pt>
    <dgm:pt modelId="{44076092-F117-4624-8822-7C4C6F4FDF12}" type="pres">
      <dgm:prSet presAssocID="{EDB187A5-30E1-4F36-B17F-4F9AC06A58FE}" presName="linNode" presStyleCnt="0"/>
      <dgm:spPr/>
    </dgm:pt>
    <dgm:pt modelId="{07D94BDE-E6E6-4477-8EAF-AAFD5E0F418D}" type="pres">
      <dgm:prSet presAssocID="{EDB187A5-30E1-4F36-B17F-4F9AC06A58FE}" presName="bgOutline" presStyleLbl="fgAcc1" presStyleIdx="2" presStyleCnt="3"/>
      <dgm:spPr/>
    </dgm:pt>
    <dgm:pt modelId="{B64193B3-9C68-4F4D-A8E0-E8F1C315CB40}" type="pres">
      <dgm:prSet presAssocID="{EDB187A5-30E1-4F36-B17F-4F9AC06A58FE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052E2604-6BF7-45C5-9B04-DEE610110567}" type="pres">
      <dgm:prSet presAssocID="{EDB187A5-30E1-4F36-B17F-4F9AC06A58FE}" presName="descendantText" presStyleLbl="revTx" presStyleIdx="0" presStyleCnt="0">
        <dgm:presLayoutVars>
          <dgm:bulletEnabled/>
        </dgm:presLayoutVars>
      </dgm:prSet>
      <dgm:spPr/>
    </dgm:pt>
  </dgm:ptLst>
  <dgm:cxnLst>
    <dgm:cxn modelId="{3B761415-560F-43ED-90A4-90C2BD7DD115}" type="presOf" srcId="{EDB187A5-30E1-4F36-B17F-4F9AC06A58FE}" destId="{07D94BDE-E6E6-4477-8EAF-AAFD5E0F418D}" srcOrd="0" destOrd="0" presId="urn:microsoft.com/office/officeart/2024/layout/VerticalActionList"/>
    <dgm:cxn modelId="{65C3992B-A5D8-4D9B-A9DF-60CC3A5B4BCD}" type="presOf" srcId="{3BF57846-EC77-4859-AB0A-7B025193475E}" destId="{052E2604-6BF7-45C5-9B04-DEE610110567}" srcOrd="0" destOrd="0" presId="urn:microsoft.com/office/officeart/2024/layout/VerticalActionList"/>
    <dgm:cxn modelId="{2953213A-DFC9-409A-BBB8-66B07210EE1E}" srcId="{C36B4035-B74E-4FE1-8620-13B66769AF03}" destId="{394DB23D-D5D3-49A1-9592-EA4B7FA07DAE}" srcOrd="0" destOrd="0" parTransId="{622A6AA1-21A9-4F93-94ED-490D8C66B459}" sibTransId="{175BCC03-2ACD-4DB9-87D2-8AF73B93EBF4}"/>
    <dgm:cxn modelId="{F341205D-6E29-4899-9B7D-EE169BBA8733}" type="presOf" srcId="{23CEE5DC-821A-4D30-ADB7-1833D1321ACC}" destId="{185E59E0-E584-409C-A9AD-00FDBD02F40C}" srcOrd="0" destOrd="0" presId="urn:microsoft.com/office/officeart/2024/layout/VerticalActionList"/>
    <dgm:cxn modelId="{0786D464-1549-4F36-B337-0AACD917EA3D}" srcId="{C36B4035-B74E-4FE1-8620-13B66769AF03}" destId="{EDB187A5-30E1-4F36-B17F-4F9AC06A58FE}" srcOrd="2" destOrd="0" parTransId="{0A570613-C220-4B19-A2CB-C5731B9332A7}" sibTransId="{0DAA9825-3D65-4DB5-9E5D-5303E9904B26}"/>
    <dgm:cxn modelId="{26DE494B-0545-4D0C-BE02-EC7536988845}" type="presOf" srcId="{C36B4035-B74E-4FE1-8620-13B66769AF03}" destId="{8FD40616-5678-442F-8050-481E30854B73}" srcOrd="0" destOrd="0" presId="urn:microsoft.com/office/officeart/2024/layout/VerticalActionList"/>
    <dgm:cxn modelId="{87B99D4C-A33F-4F8B-98E1-26169814FA59}" type="presOf" srcId="{394DB23D-D5D3-49A1-9592-EA4B7FA07DAE}" destId="{7DA81A83-877D-4E84-BFBA-7E38455D72E5}" srcOrd="1" destOrd="0" presId="urn:microsoft.com/office/officeart/2024/layout/VerticalActionList"/>
    <dgm:cxn modelId="{B3740157-5C11-4E74-A2BB-4984D8A6ABC7}" type="presOf" srcId="{394DB23D-D5D3-49A1-9592-EA4B7FA07DAE}" destId="{838DEF67-AE99-4E6A-84E7-50D98D5861D5}" srcOrd="0" destOrd="0" presId="urn:microsoft.com/office/officeart/2024/layout/VerticalActionList"/>
    <dgm:cxn modelId="{66CC9B81-3AB5-4558-BD1C-664B9AF1F108}" type="presOf" srcId="{1D29F1CF-7508-4C10-B6B3-226A7E45F002}" destId="{D12CB92E-1639-4C49-A20B-C6CD0B485E47}" srcOrd="0" destOrd="0" presId="urn:microsoft.com/office/officeart/2024/layout/VerticalActionList"/>
    <dgm:cxn modelId="{220A938E-BA3C-46CD-AADB-05245DF0FDBC}" type="presOf" srcId="{F7FF7272-17DB-4D4C-BE43-3CDD3B56274A}" destId="{4379FC02-4A62-47BF-A006-DDF1215D5DF5}" srcOrd="1" destOrd="0" presId="urn:microsoft.com/office/officeart/2024/layout/VerticalActionList"/>
    <dgm:cxn modelId="{2C97B19B-FED2-49F2-8A70-A65DA719DB28}" srcId="{EDB187A5-30E1-4F36-B17F-4F9AC06A58FE}" destId="{3BF57846-EC77-4859-AB0A-7B025193475E}" srcOrd="0" destOrd="0" parTransId="{D903C9A3-FCFB-4534-B79B-0738D5EEE09E}" sibTransId="{1B7E50F1-6871-402E-96FF-9401AE5C7102}"/>
    <dgm:cxn modelId="{8BCDCA9E-A7AE-40B7-B65C-7794FD07C364}" srcId="{394DB23D-D5D3-49A1-9592-EA4B7FA07DAE}" destId="{1D29F1CF-7508-4C10-B6B3-226A7E45F002}" srcOrd="0" destOrd="0" parTransId="{8717E5CE-D0D9-4D0A-AE40-6B6AC8C99935}" sibTransId="{8C8278C2-A7BD-4802-96CD-7EFB361F3752}"/>
    <dgm:cxn modelId="{D99377AD-06AA-4098-A0C6-01C07CED78DA}" type="presOf" srcId="{F7FF7272-17DB-4D4C-BE43-3CDD3B56274A}" destId="{A1F5F12B-F5C4-4ABC-801B-8028656021BA}" srcOrd="0" destOrd="0" presId="urn:microsoft.com/office/officeart/2024/layout/VerticalActionList"/>
    <dgm:cxn modelId="{1BA1FDC4-9B30-43CB-81AA-47FA03F2850B}" srcId="{C36B4035-B74E-4FE1-8620-13B66769AF03}" destId="{F7FF7272-17DB-4D4C-BE43-3CDD3B56274A}" srcOrd="1" destOrd="0" parTransId="{164F7B88-79EC-4788-8BF3-2AA75E676FB7}" sibTransId="{453B6F09-24C9-43F4-A1DB-BA51318B52A3}"/>
    <dgm:cxn modelId="{F24FA1E7-45BD-44AE-A722-94989D03F6C8}" type="presOf" srcId="{EDB187A5-30E1-4F36-B17F-4F9AC06A58FE}" destId="{B64193B3-9C68-4F4D-A8E0-E8F1C315CB40}" srcOrd="1" destOrd="0" presId="urn:microsoft.com/office/officeart/2024/layout/VerticalActionList"/>
    <dgm:cxn modelId="{A17AE1EF-37DB-462B-A0B6-5A861C8BDB51}" srcId="{F7FF7272-17DB-4D4C-BE43-3CDD3B56274A}" destId="{23CEE5DC-821A-4D30-ADB7-1833D1321ACC}" srcOrd="0" destOrd="0" parTransId="{E991AF7A-4595-43DE-86C7-A8E6C3935CCF}" sibTransId="{D1A0F85A-F0F3-4C9C-A5F4-1A4D76A0C2AA}"/>
    <dgm:cxn modelId="{B1235A92-C0F3-4501-8BFF-FA08915703CF}" type="presParOf" srcId="{8FD40616-5678-442F-8050-481E30854B73}" destId="{B8266E91-0C7A-49F9-97BC-251EC0349BDC}" srcOrd="0" destOrd="0" presId="urn:microsoft.com/office/officeart/2024/layout/VerticalActionList"/>
    <dgm:cxn modelId="{18C0D5FD-E79C-4E9F-87AD-6D49D441804A}" type="presParOf" srcId="{B8266E91-0C7A-49F9-97BC-251EC0349BDC}" destId="{838DEF67-AE99-4E6A-84E7-50D98D5861D5}" srcOrd="0" destOrd="0" presId="urn:microsoft.com/office/officeart/2024/layout/VerticalActionList"/>
    <dgm:cxn modelId="{69BD8F88-4CB1-4133-A9BD-B43541F786C0}" type="presParOf" srcId="{B8266E91-0C7A-49F9-97BC-251EC0349BDC}" destId="{7DA81A83-877D-4E84-BFBA-7E38455D72E5}" srcOrd="1" destOrd="0" presId="urn:microsoft.com/office/officeart/2024/layout/VerticalActionList"/>
    <dgm:cxn modelId="{10377CC1-3C6E-4190-A812-E10196EF33BC}" type="presParOf" srcId="{B8266E91-0C7A-49F9-97BC-251EC0349BDC}" destId="{D12CB92E-1639-4C49-A20B-C6CD0B485E47}" srcOrd="2" destOrd="0" presId="urn:microsoft.com/office/officeart/2024/layout/VerticalActionList"/>
    <dgm:cxn modelId="{7EA5C496-7D22-4187-905B-590772E6AA96}" type="presParOf" srcId="{8FD40616-5678-442F-8050-481E30854B73}" destId="{0F7A88E1-986F-4F2C-AE23-9F134AE2763B}" srcOrd="1" destOrd="0" presId="urn:microsoft.com/office/officeart/2024/layout/VerticalActionList"/>
    <dgm:cxn modelId="{2AE67AA9-3B5A-40CF-8D31-181E97A00294}" type="presParOf" srcId="{8FD40616-5678-442F-8050-481E30854B73}" destId="{C8811179-380D-44C5-95EF-B4B83BD53B94}" srcOrd="2" destOrd="0" presId="urn:microsoft.com/office/officeart/2024/layout/VerticalActionList"/>
    <dgm:cxn modelId="{C3D6EBD1-C958-4C15-B4E5-CAA908C93ED4}" type="presParOf" srcId="{C8811179-380D-44C5-95EF-B4B83BD53B94}" destId="{A1F5F12B-F5C4-4ABC-801B-8028656021BA}" srcOrd="0" destOrd="0" presId="urn:microsoft.com/office/officeart/2024/layout/VerticalActionList"/>
    <dgm:cxn modelId="{27BB9041-53B5-4691-9075-706AD67E2D67}" type="presParOf" srcId="{C8811179-380D-44C5-95EF-B4B83BD53B94}" destId="{4379FC02-4A62-47BF-A006-DDF1215D5DF5}" srcOrd="1" destOrd="0" presId="urn:microsoft.com/office/officeart/2024/layout/VerticalActionList"/>
    <dgm:cxn modelId="{D04C22FC-76A2-4727-9431-22A1757E8FDF}" type="presParOf" srcId="{C8811179-380D-44C5-95EF-B4B83BD53B94}" destId="{185E59E0-E584-409C-A9AD-00FDBD02F40C}" srcOrd="2" destOrd="0" presId="urn:microsoft.com/office/officeart/2024/layout/VerticalActionList"/>
    <dgm:cxn modelId="{F1B99DE6-5E36-4974-BF08-0108B6E2CCA3}" type="presParOf" srcId="{8FD40616-5678-442F-8050-481E30854B73}" destId="{65D65CC4-28CA-475B-BC7A-DCE9CFEC1BBE}" srcOrd="3" destOrd="0" presId="urn:microsoft.com/office/officeart/2024/layout/VerticalActionList"/>
    <dgm:cxn modelId="{39554521-ED14-4F08-AFDA-FE0559A8854F}" type="presParOf" srcId="{8FD40616-5678-442F-8050-481E30854B73}" destId="{44076092-F117-4624-8822-7C4C6F4FDF12}" srcOrd="4" destOrd="0" presId="urn:microsoft.com/office/officeart/2024/layout/VerticalActionList"/>
    <dgm:cxn modelId="{2D33A8DB-DCF7-4683-852D-E6C89D0B4E4A}" type="presParOf" srcId="{44076092-F117-4624-8822-7C4C6F4FDF12}" destId="{07D94BDE-E6E6-4477-8EAF-AAFD5E0F418D}" srcOrd="0" destOrd="0" presId="urn:microsoft.com/office/officeart/2024/layout/VerticalActionList"/>
    <dgm:cxn modelId="{34FDABA0-269B-44C0-909D-51F65F588C64}" type="presParOf" srcId="{44076092-F117-4624-8822-7C4C6F4FDF12}" destId="{B64193B3-9C68-4F4D-A8E0-E8F1C315CB40}" srcOrd="1" destOrd="0" presId="urn:microsoft.com/office/officeart/2024/layout/VerticalActionList"/>
    <dgm:cxn modelId="{11856E33-C115-4042-AE3D-116F255D1B41}" type="presParOf" srcId="{44076092-F117-4624-8822-7C4C6F4FDF12}" destId="{052E2604-6BF7-45C5-9B04-DEE610110567}" srcOrd="2" destOrd="0" presId="urn:microsoft.com/office/officeart/2024/layout/Vertical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746BC82-607E-4B05-96EE-55C85A58EB5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54790A-9D08-4143-9C52-E26401A753A2}">
      <dgm:prSet phldrT="[Texto]"/>
      <dgm:spPr/>
      <dgm:t>
        <a:bodyPr/>
        <a:lstStyle/>
        <a:p>
          <a:pPr>
            <a:buNone/>
          </a:pPr>
          <a:r>
            <a:rPr lang="es-CR" noProof="0" dirty="0"/>
            <a:t>Grupo control (UCR26)</a:t>
          </a:r>
        </a:p>
      </dgm:t>
    </dgm:pt>
    <dgm:pt modelId="{47202BE4-D053-41DC-83A8-9B0EB6665685}" type="parTrans" cxnId="{D5B7D91C-6BF9-4BF7-BDB6-7AE67840E90F}">
      <dgm:prSet/>
      <dgm:spPr/>
      <dgm:t>
        <a:bodyPr/>
        <a:lstStyle/>
        <a:p>
          <a:endParaRPr lang="en-US"/>
        </a:p>
      </dgm:t>
    </dgm:pt>
    <dgm:pt modelId="{642F6823-8C9F-43E4-A4C3-45AB09412149}" type="sibTrans" cxnId="{D5B7D91C-6BF9-4BF7-BDB6-7AE67840E90F}">
      <dgm:prSet/>
      <dgm:spPr/>
      <dgm:t>
        <a:bodyPr/>
        <a:lstStyle/>
        <a:p>
          <a:endParaRPr lang="en-US"/>
        </a:p>
      </dgm:t>
    </dgm:pt>
    <dgm:pt modelId="{4833AAC3-4249-40A2-AB0B-BD7A1C458DA9}">
      <dgm:prSet phldrT="[Texto]"/>
      <dgm:spPr/>
      <dgm:t>
        <a:bodyPr/>
        <a:lstStyle/>
        <a:p>
          <a:r>
            <a:rPr lang="es-CR" noProof="0" dirty="0"/>
            <a:t>Generación automática mediante LLM
Sin interacción humana</a:t>
          </a:r>
        </a:p>
      </dgm:t>
    </dgm:pt>
    <dgm:pt modelId="{857550C6-BBF2-419E-8CF2-6CFC04203344}" type="parTrans" cxnId="{977775C1-1C21-4711-8E66-B3CA5C7EFBE5}">
      <dgm:prSet/>
      <dgm:spPr/>
      <dgm:t>
        <a:bodyPr/>
        <a:lstStyle/>
        <a:p>
          <a:endParaRPr lang="en-US"/>
        </a:p>
      </dgm:t>
    </dgm:pt>
    <dgm:pt modelId="{1B1AA0FB-EBBA-4186-9CC8-E6E4FE36FB42}" type="sibTrans" cxnId="{977775C1-1C21-4711-8E66-B3CA5C7EFBE5}">
      <dgm:prSet/>
      <dgm:spPr/>
      <dgm:t>
        <a:bodyPr/>
        <a:lstStyle/>
        <a:p>
          <a:endParaRPr lang="en-US"/>
        </a:p>
      </dgm:t>
    </dgm:pt>
    <dgm:pt modelId="{985A43A0-048F-4FDD-8AC8-E900852D9AA1}">
      <dgm:prSet phldrT="[Texto]"/>
      <dgm:spPr/>
      <dgm:t>
        <a:bodyPr/>
        <a:lstStyle/>
        <a:p>
          <a:pPr>
            <a:buNone/>
          </a:pPr>
          <a:r>
            <a:rPr lang="es-CR" noProof="0" dirty="0"/>
            <a:t>Grupo experimental (UCR27)</a:t>
          </a:r>
        </a:p>
      </dgm:t>
    </dgm:pt>
    <dgm:pt modelId="{07E4DEC7-FC71-41C6-A361-93BE0EB02880}" type="parTrans" cxnId="{1935A356-0DE2-4771-80E5-12455C70B7F3}">
      <dgm:prSet/>
      <dgm:spPr/>
      <dgm:t>
        <a:bodyPr/>
        <a:lstStyle/>
        <a:p>
          <a:endParaRPr lang="en-US"/>
        </a:p>
      </dgm:t>
    </dgm:pt>
    <dgm:pt modelId="{B5CF7844-CA98-4AE5-B350-0667C3EF3671}" type="sibTrans" cxnId="{1935A356-0DE2-4771-80E5-12455C70B7F3}">
      <dgm:prSet/>
      <dgm:spPr/>
      <dgm:t>
        <a:bodyPr/>
        <a:lstStyle/>
        <a:p>
          <a:endParaRPr lang="en-US"/>
        </a:p>
      </dgm:t>
    </dgm:pt>
    <dgm:pt modelId="{8A7833E8-B6E6-4AFA-A56E-78A92EF976CE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R" sz="1600" noProof="0" dirty="0"/>
            <a:t>Generación automática mediante agente virtual
Human-in-</a:t>
          </a:r>
          <a:r>
            <a:rPr lang="es-CR" sz="1600" noProof="0" dirty="0" err="1"/>
            <a:t>the</a:t>
          </a:r>
          <a:r>
            <a:rPr lang="es-CR" sz="1600" noProof="0" dirty="0"/>
            <a:t>-</a:t>
          </a:r>
          <a:r>
            <a:rPr lang="es-CR" sz="1600" noProof="0" dirty="0" err="1"/>
            <a:t>loop</a:t>
          </a:r>
          <a:endParaRPr lang="es-CR" sz="1600" noProof="0" dirty="0"/>
        </a:p>
      </dgm:t>
    </dgm:pt>
    <dgm:pt modelId="{14D68D4C-556D-495A-92C1-8A6BA6974872}" type="parTrans" cxnId="{ECBACF4D-6DEF-48D3-ABF5-090AE9C611FB}">
      <dgm:prSet/>
      <dgm:spPr/>
      <dgm:t>
        <a:bodyPr/>
        <a:lstStyle/>
        <a:p>
          <a:endParaRPr lang="en-US"/>
        </a:p>
      </dgm:t>
    </dgm:pt>
    <dgm:pt modelId="{9E811C8C-208B-42A9-BFA3-94FE36EF5562}" type="sibTrans" cxnId="{ECBACF4D-6DEF-48D3-ABF5-090AE9C611FB}">
      <dgm:prSet/>
      <dgm:spPr/>
      <dgm:t>
        <a:bodyPr/>
        <a:lstStyle/>
        <a:p>
          <a:endParaRPr lang="en-US"/>
        </a:p>
      </dgm:t>
    </dgm:pt>
    <dgm:pt modelId="{892B9FF6-5079-4386-9682-6E73B990402E}">
      <dgm:prSet phldrT="[Texto]"/>
      <dgm:spPr/>
      <dgm:t>
        <a:bodyPr/>
        <a:lstStyle/>
        <a:p>
          <a:r>
            <a:rPr lang="es-CR" noProof="0" dirty="0"/>
            <a:t>Resultados previos</a:t>
          </a:r>
        </a:p>
      </dgm:t>
    </dgm:pt>
    <dgm:pt modelId="{EDB74D8A-ACBF-48F0-827C-903C8F4C9F0E}" type="parTrans" cxnId="{6D201D0A-413D-4E22-B263-4F7E8FD4052B}">
      <dgm:prSet/>
      <dgm:spPr/>
      <dgm:t>
        <a:bodyPr/>
        <a:lstStyle/>
        <a:p>
          <a:endParaRPr lang="en-US"/>
        </a:p>
      </dgm:t>
    </dgm:pt>
    <dgm:pt modelId="{626D8483-35D9-47B8-BA5C-C18FAE533EEE}" type="sibTrans" cxnId="{6D201D0A-413D-4E22-B263-4F7E8FD4052B}">
      <dgm:prSet/>
      <dgm:spPr/>
      <dgm:t>
        <a:bodyPr/>
        <a:lstStyle/>
        <a:p>
          <a:endParaRPr lang="en-US"/>
        </a:p>
      </dgm:t>
    </dgm:pt>
    <dgm:pt modelId="{EC92F114-2E52-4EB7-95E4-5E30F048FEF5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R" sz="1600" noProof="0" dirty="0"/>
            <a:t>4 Participantes</a:t>
          </a:r>
        </a:p>
      </dgm:t>
    </dgm:pt>
    <dgm:pt modelId="{F99454FA-31B6-4A5F-B765-EE810261C74E}" type="parTrans" cxnId="{5511F084-B15E-4E02-9C5F-8414912402FA}">
      <dgm:prSet/>
      <dgm:spPr/>
      <dgm:t>
        <a:bodyPr/>
        <a:lstStyle/>
        <a:p>
          <a:endParaRPr lang="en-US"/>
        </a:p>
      </dgm:t>
    </dgm:pt>
    <dgm:pt modelId="{8D690785-1E4E-4F2F-B9E6-AF287D63CF18}" type="sibTrans" cxnId="{5511F084-B15E-4E02-9C5F-8414912402FA}">
      <dgm:prSet/>
      <dgm:spPr/>
      <dgm:t>
        <a:bodyPr/>
        <a:lstStyle/>
        <a:p>
          <a:endParaRPr lang="en-US"/>
        </a:p>
      </dgm:t>
    </dgm:pt>
    <dgm:pt modelId="{E56E1383-4A9C-4937-A6CF-9C8990F0C173}" type="pres">
      <dgm:prSet presAssocID="{9746BC82-607E-4B05-96EE-55C85A58EB58}" presName="Name0" presStyleCnt="0">
        <dgm:presLayoutVars>
          <dgm:dir/>
          <dgm:animLvl val="lvl"/>
          <dgm:resizeHandles val="exact"/>
        </dgm:presLayoutVars>
      </dgm:prSet>
      <dgm:spPr/>
    </dgm:pt>
    <dgm:pt modelId="{03072B35-C411-4F87-93BF-F23B74874323}" type="pres">
      <dgm:prSet presAssocID="{9154790A-9D08-4143-9C52-E26401A753A2}" presName="linNode" presStyleCnt="0"/>
      <dgm:spPr/>
    </dgm:pt>
    <dgm:pt modelId="{641669A5-88AE-4EDB-82D5-386F06C3352C}" type="pres">
      <dgm:prSet presAssocID="{9154790A-9D08-4143-9C52-E26401A753A2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5E296C6C-8A01-4349-A900-5A1454F5CE16}" type="pres">
      <dgm:prSet presAssocID="{9154790A-9D08-4143-9C52-E26401A753A2}" presName="descendantText" presStyleLbl="alignAccFollowNode1" presStyleIdx="0" presStyleCnt="2" custLinFactNeighborY="1954">
        <dgm:presLayoutVars>
          <dgm:bulletEnabled val="1"/>
        </dgm:presLayoutVars>
      </dgm:prSet>
      <dgm:spPr/>
    </dgm:pt>
    <dgm:pt modelId="{F141999C-21D2-4B8E-AA0D-809816B6BAEB}" type="pres">
      <dgm:prSet presAssocID="{642F6823-8C9F-43E4-A4C3-45AB09412149}" presName="sp" presStyleCnt="0"/>
      <dgm:spPr/>
    </dgm:pt>
    <dgm:pt modelId="{B25451EC-7249-42E8-B6D0-AAFEE7DDF0B2}" type="pres">
      <dgm:prSet presAssocID="{985A43A0-048F-4FDD-8AC8-E900852D9AA1}" presName="linNode" presStyleCnt="0"/>
      <dgm:spPr/>
    </dgm:pt>
    <dgm:pt modelId="{5AF72581-4A0A-4611-8BB0-9E3A8618BAE4}" type="pres">
      <dgm:prSet presAssocID="{985A43A0-048F-4FDD-8AC8-E900852D9AA1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507308F6-E3DE-4A87-9826-2BB2ADDF8D34}" type="pres">
      <dgm:prSet presAssocID="{985A43A0-048F-4FDD-8AC8-E900852D9AA1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6D201D0A-413D-4E22-B263-4F7E8FD4052B}" srcId="{9154790A-9D08-4143-9C52-E26401A753A2}" destId="{892B9FF6-5079-4386-9682-6E73B990402E}" srcOrd="1" destOrd="0" parTransId="{EDB74D8A-ACBF-48F0-827C-903C8F4C9F0E}" sibTransId="{626D8483-35D9-47B8-BA5C-C18FAE533EEE}"/>
    <dgm:cxn modelId="{D5B7D91C-6BF9-4BF7-BDB6-7AE67840E90F}" srcId="{9746BC82-607E-4B05-96EE-55C85A58EB58}" destId="{9154790A-9D08-4143-9C52-E26401A753A2}" srcOrd="0" destOrd="0" parTransId="{47202BE4-D053-41DC-83A8-9B0EB6665685}" sibTransId="{642F6823-8C9F-43E4-A4C3-45AB09412149}"/>
    <dgm:cxn modelId="{96B1525D-4EC1-48A2-858D-0D38133873B1}" type="presOf" srcId="{4833AAC3-4249-40A2-AB0B-BD7A1C458DA9}" destId="{5E296C6C-8A01-4349-A900-5A1454F5CE16}" srcOrd="0" destOrd="0" presId="urn:microsoft.com/office/officeart/2005/8/layout/vList5"/>
    <dgm:cxn modelId="{ECBACF4D-6DEF-48D3-ABF5-090AE9C611FB}" srcId="{985A43A0-048F-4FDD-8AC8-E900852D9AA1}" destId="{8A7833E8-B6E6-4AFA-A56E-78A92EF976CE}" srcOrd="0" destOrd="0" parTransId="{14D68D4C-556D-495A-92C1-8A6BA6974872}" sibTransId="{9E811C8C-208B-42A9-BFA3-94FE36EF5562}"/>
    <dgm:cxn modelId="{1DF2856E-73CE-4574-B987-6A8B3B4DBC92}" type="presOf" srcId="{9746BC82-607E-4B05-96EE-55C85A58EB58}" destId="{E56E1383-4A9C-4937-A6CF-9C8990F0C173}" srcOrd="0" destOrd="0" presId="urn:microsoft.com/office/officeart/2005/8/layout/vList5"/>
    <dgm:cxn modelId="{1935A356-0DE2-4771-80E5-12455C70B7F3}" srcId="{9746BC82-607E-4B05-96EE-55C85A58EB58}" destId="{985A43A0-048F-4FDD-8AC8-E900852D9AA1}" srcOrd="1" destOrd="0" parTransId="{07E4DEC7-FC71-41C6-A361-93BE0EB02880}" sibTransId="{B5CF7844-CA98-4AE5-B350-0667C3EF3671}"/>
    <dgm:cxn modelId="{5511F084-B15E-4E02-9C5F-8414912402FA}" srcId="{985A43A0-048F-4FDD-8AC8-E900852D9AA1}" destId="{EC92F114-2E52-4EB7-95E4-5E30F048FEF5}" srcOrd="1" destOrd="0" parTransId="{F99454FA-31B6-4A5F-B765-EE810261C74E}" sibTransId="{8D690785-1E4E-4F2F-B9E6-AF287D63CF18}"/>
    <dgm:cxn modelId="{ED3765A3-4238-49F2-A7C2-FD9005400F40}" type="presOf" srcId="{985A43A0-048F-4FDD-8AC8-E900852D9AA1}" destId="{5AF72581-4A0A-4611-8BB0-9E3A8618BAE4}" srcOrd="0" destOrd="0" presId="urn:microsoft.com/office/officeart/2005/8/layout/vList5"/>
    <dgm:cxn modelId="{977775C1-1C21-4711-8E66-B3CA5C7EFBE5}" srcId="{9154790A-9D08-4143-9C52-E26401A753A2}" destId="{4833AAC3-4249-40A2-AB0B-BD7A1C458DA9}" srcOrd="0" destOrd="0" parTransId="{857550C6-BBF2-419E-8CF2-6CFC04203344}" sibTransId="{1B1AA0FB-EBBA-4186-9CC8-E6E4FE36FB42}"/>
    <dgm:cxn modelId="{5015D9E9-B88B-40F1-ADAF-758F8B39D0FB}" type="presOf" srcId="{892B9FF6-5079-4386-9682-6E73B990402E}" destId="{5E296C6C-8A01-4349-A900-5A1454F5CE16}" srcOrd="0" destOrd="1" presId="urn:microsoft.com/office/officeart/2005/8/layout/vList5"/>
    <dgm:cxn modelId="{C06091F2-6983-447B-A27C-EE2E7FB33A01}" type="presOf" srcId="{8A7833E8-B6E6-4AFA-A56E-78A92EF976CE}" destId="{507308F6-E3DE-4A87-9826-2BB2ADDF8D34}" srcOrd="0" destOrd="0" presId="urn:microsoft.com/office/officeart/2005/8/layout/vList5"/>
    <dgm:cxn modelId="{66CAB9F3-0CBA-4C12-9C23-671048DC8FB0}" type="presOf" srcId="{EC92F114-2E52-4EB7-95E4-5E30F048FEF5}" destId="{507308F6-E3DE-4A87-9826-2BB2ADDF8D34}" srcOrd="0" destOrd="1" presId="urn:microsoft.com/office/officeart/2005/8/layout/vList5"/>
    <dgm:cxn modelId="{054E4AFA-B802-4B8B-99F5-907CF5BC2FBE}" type="presOf" srcId="{9154790A-9D08-4143-9C52-E26401A753A2}" destId="{641669A5-88AE-4EDB-82D5-386F06C3352C}" srcOrd="0" destOrd="0" presId="urn:microsoft.com/office/officeart/2005/8/layout/vList5"/>
    <dgm:cxn modelId="{DF48901D-4811-4645-9A98-1E195FF588BD}" type="presParOf" srcId="{E56E1383-4A9C-4937-A6CF-9C8990F0C173}" destId="{03072B35-C411-4F87-93BF-F23B74874323}" srcOrd="0" destOrd="0" presId="urn:microsoft.com/office/officeart/2005/8/layout/vList5"/>
    <dgm:cxn modelId="{05F0BD22-52FE-4E1E-8FC3-1A5B8665ED4C}" type="presParOf" srcId="{03072B35-C411-4F87-93BF-F23B74874323}" destId="{641669A5-88AE-4EDB-82D5-386F06C3352C}" srcOrd="0" destOrd="0" presId="urn:microsoft.com/office/officeart/2005/8/layout/vList5"/>
    <dgm:cxn modelId="{851F2F11-5ABE-496C-94BC-1E56921A7D80}" type="presParOf" srcId="{03072B35-C411-4F87-93BF-F23B74874323}" destId="{5E296C6C-8A01-4349-A900-5A1454F5CE16}" srcOrd="1" destOrd="0" presId="urn:microsoft.com/office/officeart/2005/8/layout/vList5"/>
    <dgm:cxn modelId="{7998155C-0070-42F7-BDAE-639415D2CEC2}" type="presParOf" srcId="{E56E1383-4A9C-4937-A6CF-9C8990F0C173}" destId="{F141999C-21D2-4B8E-AA0D-809816B6BAEB}" srcOrd="1" destOrd="0" presId="urn:microsoft.com/office/officeart/2005/8/layout/vList5"/>
    <dgm:cxn modelId="{C65B189E-75FF-49CE-8885-87F784EF4D39}" type="presParOf" srcId="{E56E1383-4A9C-4937-A6CF-9C8990F0C173}" destId="{B25451EC-7249-42E8-B6D0-AAFEE7DDF0B2}" srcOrd="2" destOrd="0" presId="urn:microsoft.com/office/officeart/2005/8/layout/vList5"/>
    <dgm:cxn modelId="{7C00DA8E-3EB0-4F67-A26C-678C1E42E527}" type="presParOf" srcId="{B25451EC-7249-42E8-B6D0-AAFEE7DDF0B2}" destId="{5AF72581-4A0A-4611-8BB0-9E3A8618BAE4}" srcOrd="0" destOrd="0" presId="urn:microsoft.com/office/officeart/2005/8/layout/vList5"/>
    <dgm:cxn modelId="{379FF467-8596-4FA5-9ED1-602D41A4F294}" type="presParOf" srcId="{B25451EC-7249-42E8-B6D0-AAFEE7DDF0B2}" destId="{507308F6-E3DE-4A87-9826-2BB2ADDF8D3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607B638-8CB3-4B9D-9E55-E5CD31224A3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117D43-A785-4B55-B32D-3AF3E601B249}">
      <dgm:prSet phldrT="[Texto]"/>
      <dgm:spPr/>
      <dgm:t>
        <a:bodyPr/>
        <a:lstStyle/>
        <a:p>
          <a:pPr>
            <a:buNone/>
          </a:pPr>
          <a:r>
            <a:rPr lang="es-CR" b="0" noProof="0" dirty="0"/>
            <a:t>Validez interna</a:t>
          </a:r>
        </a:p>
      </dgm:t>
    </dgm:pt>
    <dgm:pt modelId="{C39BA635-807D-4639-8765-7C407B188B39}" type="parTrans" cxnId="{522303B8-22A7-4DA0-B536-A9F2A9704494}">
      <dgm:prSet/>
      <dgm:spPr/>
      <dgm:t>
        <a:bodyPr/>
        <a:lstStyle/>
        <a:p>
          <a:endParaRPr lang="en-US"/>
        </a:p>
      </dgm:t>
    </dgm:pt>
    <dgm:pt modelId="{81AD5759-20B1-4A59-8D71-795164E6E3D4}" type="sibTrans" cxnId="{522303B8-22A7-4DA0-B536-A9F2A9704494}">
      <dgm:prSet/>
      <dgm:spPr/>
      <dgm:t>
        <a:bodyPr/>
        <a:lstStyle/>
        <a:p>
          <a:endParaRPr lang="en-US"/>
        </a:p>
      </dgm:t>
    </dgm:pt>
    <dgm:pt modelId="{6FB26C81-CF8A-4FD4-ABB1-9CEA9A5B44C0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R" sz="1200" noProof="0" dirty="0"/>
            <a:t>Una única ejecución experimental</a:t>
          </a:r>
        </a:p>
      </dgm:t>
    </dgm:pt>
    <dgm:pt modelId="{CE6B57F0-C45D-445A-B9BB-EC4E85A0490E}" type="parTrans" cxnId="{5B1C6942-D6B1-4AF0-8220-9A69F4F37BF9}">
      <dgm:prSet/>
      <dgm:spPr/>
      <dgm:t>
        <a:bodyPr/>
        <a:lstStyle/>
        <a:p>
          <a:endParaRPr lang="en-US"/>
        </a:p>
      </dgm:t>
    </dgm:pt>
    <dgm:pt modelId="{A41B4337-54BB-406C-9A28-60B3E472BF1B}" type="sibTrans" cxnId="{5B1C6942-D6B1-4AF0-8220-9A69F4F37BF9}">
      <dgm:prSet/>
      <dgm:spPr/>
      <dgm:t>
        <a:bodyPr/>
        <a:lstStyle/>
        <a:p>
          <a:endParaRPr lang="en-US"/>
        </a:p>
      </dgm:t>
    </dgm:pt>
    <dgm:pt modelId="{A21F7FBC-B08A-4D3B-81A9-3CE4DF3F9888}">
      <dgm:prSet phldrT="[Texto]"/>
      <dgm:spPr/>
      <dgm:t>
        <a:bodyPr/>
        <a:lstStyle/>
        <a:p>
          <a:pPr>
            <a:buNone/>
          </a:pPr>
          <a:r>
            <a:rPr lang="es-CR" b="0" noProof="0" dirty="0"/>
            <a:t>Validez externa</a:t>
          </a:r>
        </a:p>
      </dgm:t>
    </dgm:pt>
    <dgm:pt modelId="{DA1086E4-85CB-4496-8860-AAD2E2EF7249}" type="parTrans" cxnId="{2511E169-A953-4A3B-8DF2-B23C6921316D}">
      <dgm:prSet/>
      <dgm:spPr/>
      <dgm:t>
        <a:bodyPr/>
        <a:lstStyle/>
        <a:p>
          <a:endParaRPr lang="en-US"/>
        </a:p>
      </dgm:t>
    </dgm:pt>
    <dgm:pt modelId="{0AE9B6C5-873F-4FC6-9A7A-42EDFAC4B54E}" type="sibTrans" cxnId="{2511E169-A953-4A3B-8DF2-B23C6921316D}">
      <dgm:prSet/>
      <dgm:spPr/>
      <dgm:t>
        <a:bodyPr/>
        <a:lstStyle/>
        <a:p>
          <a:endParaRPr lang="en-US"/>
        </a:p>
      </dgm:t>
    </dgm:pt>
    <dgm:pt modelId="{29601467-A49B-41EB-9823-C03CFA7B9173}">
      <dgm:prSet phldrT="[Texto]" phldr="0" custT="1"/>
      <dgm:spPr/>
      <dgm:t>
        <a:bodyPr/>
        <a:lstStyle/>
        <a:p>
          <a:r>
            <a:rPr lang="es-CR" sz="1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Muestra pequeña y por conveniencia
Participantes de un único contexto universitario</a:t>
          </a:r>
        </a:p>
      </dgm:t>
    </dgm:pt>
    <dgm:pt modelId="{5939CB3C-DB52-4BF2-A973-353660EA19BB}" type="parTrans" cxnId="{AB60204B-929F-49C4-AF52-C0AD11A4CA6A}">
      <dgm:prSet/>
      <dgm:spPr/>
      <dgm:t>
        <a:bodyPr/>
        <a:lstStyle/>
        <a:p>
          <a:endParaRPr lang="en-US"/>
        </a:p>
      </dgm:t>
    </dgm:pt>
    <dgm:pt modelId="{A4F8B0E6-46A3-45C3-9A66-5274B7229B4C}" type="sibTrans" cxnId="{AB60204B-929F-49C4-AF52-C0AD11A4CA6A}">
      <dgm:prSet/>
      <dgm:spPr/>
      <dgm:t>
        <a:bodyPr/>
        <a:lstStyle/>
        <a:p>
          <a:endParaRPr lang="en-US"/>
        </a:p>
      </dgm:t>
    </dgm:pt>
    <dgm:pt modelId="{C7650C50-4762-4B69-8F5C-CD220CA5A790}">
      <dgm:prSet phldrT="[Texto]"/>
      <dgm:spPr/>
      <dgm:t>
        <a:bodyPr/>
        <a:lstStyle/>
        <a:p>
          <a:pPr>
            <a:buNone/>
          </a:pPr>
          <a:r>
            <a:rPr lang="es-CR" b="0" noProof="0" dirty="0"/>
            <a:t>Validez de constructo</a:t>
          </a:r>
        </a:p>
      </dgm:t>
    </dgm:pt>
    <dgm:pt modelId="{0A5444F8-1AB9-4519-9049-847B8C4D3794}" type="parTrans" cxnId="{3014269D-FB34-4DD0-B22A-EB935AB5D128}">
      <dgm:prSet/>
      <dgm:spPr/>
      <dgm:t>
        <a:bodyPr/>
        <a:lstStyle/>
        <a:p>
          <a:endParaRPr lang="en-US"/>
        </a:p>
      </dgm:t>
    </dgm:pt>
    <dgm:pt modelId="{4A50F92A-DC10-44C9-AB5A-32465F646135}" type="sibTrans" cxnId="{3014269D-FB34-4DD0-B22A-EB935AB5D128}">
      <dgm:prSet/>
      <dgm:spPr/>
      <dgm:t>
        <a:bodyPr/>
        <a:lstStyle/>
        <a:p>
          <a:endParaRPr lang="en-US"/>
        </a:p>
      </dgm:t>
    </dgm:pt>
    <dgm:pt modelId="{568D4FCE-2715-40AD-A048-32DE10CC58F3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R" noProof="0" dirty="0"/>
            <a:t>Dependencia del </a:t>
          </a:r>
          <a:r>
            <a:rPr lang="es-CR" noProof="0" dirty="0" err="1"/>
            <a:t>oracle</a:t>
          </a:r>
          <a:r>
            <a:rPr lang="es-CR" noProof="0" dirty="0"/>
            <a:t> para evaluar calidad
Posible subjetividad o incompletitud del </a:t>
          </a:r>
          <a:r>
            <a:rPr lang="es-CR" noProof="0" dirty="0" err="1"/>
            <a:t>oracle</a:t>
          </a:r>
          <a:endParaRPr lang="es-CR" noProof="0" dirty="0"/>
        </a:p>
      </dgm:t>
    </dgm:pt>
    <dgm:pt modelId="{6886F6EF-0D5E-4AA4-AEBE-A752CC855DBF}" type="parTrans" cxnId="{3316AE09-3D84-433A-B18D-50D4C157D3B0}">
      <dgm:prSet/>
      <dgm:spPr/>
      <dgm:t>
        <a:bodyPr/>
        <a:lstStyle/>
        <a:p>
          <a:endParaRPr lang="en-US"/>
        </a:p>
      </dgm:t>
    </dgm:pt>
    <dgm:pt modelId="{71CA66DC-DC30-48E4-8ED1-34374CC2D3C0}" type="sibTrans" cxnId="{3316AE09-3D84-433A-B18D-50D4C157D3B0}">
      <dgm:prSet/>
      <dgm:spPr/>
      <dgm:t>
        <a:bodyPr/>
        <a:lstStyle/>
        <a:p>
          <a:endParaRPr lang="en-US"/>
        </a:p>
      </dgm:t>
    </dgm:pt>
    <dgm:pt modelId="{31CA3458-1F45-428C-94E5-DFF7DEED94CA}">
      <dgm:prSet phldrT="[Texto]"/>
      <dgm:spPr/>
      <dgm:t>
        <a:bodyPr/>
        <a:lstStyle/>
        <a:p>
          <a:pPr>
            <a:buNone/>
          </a:pPr>
          <a:r>
            <a:rPr lang="es-CR" b="0" noProof="0" dirty="0"/>
            <a:t>Validez de conclusión</a:t>
          </a:r>
        </a:p>
      </dgm:t>
    </dgm:pt>
    <dgm:pt modelId="{BBDAA83C-5EBC-4D9F-8A62-E0CD4557648F}" type="parTrans" cxnId="{AA96D90B-3B8F-48DB-8C8A-C4CC516CD9BC}">
      <dgm:prSet/>
      <dgm:spPr/>
      <dgm:t>
        <a:bodyPr/>
        <a:lstStyle/>
        <a:p>
          <a:endParaRPr lang="en-US"/>
        </a:p>
      </dgm:t>
    </dgm:pt>
    <dgm:pt modelId="{5027A3B4-BAB1-4085-B39C-3AA420E98C85}" type="sibTrans" cxnId="{AA96D90B-3B8F-48DB-8C8A-C4CC516CD9BC}">
      <dgm:prSet/>
      <dgm:spPr/>
      <dgm:t>
        <a:bodyPr/>
        <a:lstStyle/>
        <a:p>
          <a:endParaRPr lang="en-US"/>
        </a:p>
      </dgm:t>
    </dgm:pt>
    <dgm:pt modelId="{743B4CA4-8AF5-4AF6-9E5C-92546B58D8C8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R" noProof="0" dirty="0"/>
            <a:t>Tamaño de muestra reducido
Sin pruebas estadísticas inferenciales</a:t>
          </a:r>
        </a:p>
      </dgm:t>
    </dgm:pt>
    <dgm:pt modelId="{8516ADC0-9259-47A9-A732-B36EC5FBDBF9}" type="parTrans" cxnId="{816E7F9B-9552-4EF2-941D-D04083D9856C}">
      <dgm:prSet/>
      <dgm:spPr/>
      <dgm:t>
        <a:bodyPr/>
        <a:lstStyle/>
        <a:p>
          <a:endParaRPr lang="en-US"/>
        </a:p>
      </dgm:t>
    </dgm:pt>
    <dgm:pt modelId="{9BCC6204-C519-450D-A0BD-111AAED75BEE}" type="sibTrans" cxnId="{816E7F9B-9552-4EF2-941D-D04083D9856C}">
      <dgm:prSet/>
      <dgm:spPr/>
      <dgm:t>
        <a:bodyPr/>
        <a:lstStyle/>
        <a:p>
          <a:endParaRPr lang="en-US"/>
        </a:p>
      </dgm:t>
    </dgm:pt>
    <dgm:pt modelId="{DBAAB980-936C-4708-BD08-F4D9C0025A96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R" sz="1200" noProof="0" dirty="0"/>
            <a:t>Variabilidad no determinística del LLM</a:t>
          </a:r>
        </a:p>
      </dgm:t>
    </dgm:pt>
    <dgm:pt modelId="{68C74166-2EA2-435B-92A7-0CC2EA123084}" type="parTrans" cxnId="{639F8C70-AD40-4EBE-9D1C-4FBF258AA424}">
      <dgm:prSet/>
      <dgm:spPr/>
      <dgm:t>
        <a:bodyPr/>
        <a:lstStyle/>
        <a:p>
          <a:endParaRPr lang="en-US"/>
        </a:p>
      </dgm:t>
    </dgm:pt>
    <dgm:pt modelId="{6BCB8D90-FA9E-4017-9FEA-BBF0A8773097}" type="sibTrans" cxnId="{639F8C70-AD40-4EBE-9D1C-4FBF258AA424}">
      <dgm:prSet/>
      <dgm:spPr/>
      <dgm:t>
        <a:bodyPr/>
        <a:lstStyle/>
        <a:p>
          <a:endParaRPr lang="en-US"/>
        </a:p>
      </dgm:t>
    </dgm:pt>
    <dgm:pt modelId="{D2C533D4-6516-4FD8-B25D-0A5096ED3F09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R" sz="1200" noProof="0" dirty="0"/>
            <a:t>Diferencias en experiencia de participantes</a:t>
          </a:r>
        </a:p>
      </dgm:t>
    </dgm:pt>
    <dgm:pt modelId="{04BF86AF-DEBC-48EC-87B7-8A5524BF3D2F}" type="parTrans" cxnId="{AE5DEEF8-6192-4855-B816-13F39753E666}">
      <dgm:prSet/>
      <dgm:spPr/>
      <dgm:t>
        <a:bodyPr/>
        <a:lstStyle/>
        <a:p>
          <a:endParaRPr lang="en-US"/>
        </a:p>
      </dgm:t>
    </dgm:pt>
    <dgm:pt modelId="{8624C065-0C6A-446A-B703-61BE07C49222}" type="sibTrans" cxnId="{AE5DEEF8-6192-4855-B816-13F39753E666}">
      <dgm:prSet/>
      <dgm:spPr/>
      <dgm:t>
        <a:bodyPr/>
        <a:lstStyle/>
        <a:p>
          <a:endParaRPr lang="en-US"/>
        </a:p>
      </dgm:t>
    </dgm:pt>
    <dgm:pt modelId="{499FA666-D8EE-4DC4-8D44-8E4ED6E3306C}" type="pres">
      <dgm:prSet presAssocID="{8607B638-8CB3-4B9D-9E55-E5CD31224A32}" presName="Name0" presStyleCnt="0">
        <dgm:presLayoutVars>
          <dgm:dir/>
          <dgm:animLvl val="lvl"/>
          <dgm:resizeHandles val="exact"/>
        </dgm:presLayoutVars>
      </dgm:prSet>
      <dgm:spPr/>
    </dgm:pt>
    <dgm:pt modelId="{EA7C5D1E-A716-4D73-955F-9C902C874AA4}" type="pres">
      <dgm:prSet presAssocID="{EB117D43-A785-4B55-B32D-3AF3E601B249}" presName="linNode" presStyleCnt="0"/>
      <dgm:spPr/>
    </dgm:pt>
    <dgm:pt modelId="{B664DF37-70ED-4012-8968-3C819CB42EEE}" type="pres">
      <dgm:prSet presAssocID="{EB117D43-A785-4B55-B32D-3AF3E601B249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8C286B12-76A5-4285-937D-992C932C35FA}" type="pres">
      <dgm:prSet presAssocID="{EB117D43-A785-4B55-B32D-3AF3E601B249}" presName="descendantText" presStyleLbl="alignAccFollowNode1" presStyleIdx="0" presStyleCnt="4">
        <dgm:presLayoutVars>
          <dgm:bulletEnabled val="1"/>
        </dgm:presLayoutVars>
      </dgm:prSet>
      <dgm:spPr/>
    </dgm:pt>
    <dgm:pt modelId="{B53FE861-C188-445C-AB9C-F2A33C091B1E}" type="pres">
      <dgm:prSet presAssocID="{81AD5759-20B1-4A59-8D71-795164E6E3D4}" presName="sp" presStyleCnt="0"/>
      <dgm:spPr/>
    </dgm:pt>
    <dgm:pt modelId="{2AA56738-7813-4A5D-8F98-1E921C7DB4B8}" type="pres">
      <dgm:prSet presAssocID="{A21F7FBC-B08A-4D3B-81A9-3CE4DF3F9888}" presName="linNode" presStyleCnt="0"/>
      <dgm:spPr/>
    </dgm:pt>
    <dgm:pt modelId="{32C5A96E-4D34-4497-878F-2D22FD782547}" type="pres">
      <dgm:prSet presAssocID="{A21F7FBC-B08A-4D3B-81A9-3CE4DF3F9888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3251E62D-49A6-43AA-AD6B-DF80F3786915}" type="pres">
      <dgm:prSet presAssocID="{A21F7FBC-B08A-4D3B-81A9-3CE4DF3F9888}" presName="descendantText" presStyleLbl="alignAccFollowNode1" presStyleIdx="1" presStyleCnt="4">
        <dgm:presLayoutVars>
          <dgm:bulletEnabled val="1"/>
        </dgm:presLayoutVars>
      </dgm:prSet>
      <dgm:spPr/>
    </dgm:pt>
    <dgm:pt modelId="{5F7E8B1B-D3CB-4C67-A874-2CC5E9DBA3C2}" type="pres">
      <dgm:prSet presAssocID="{0AE9B6C5-873F-4FC6-9A7A-42EDFAC4B54E}" presName="sp" presStyleCnt="0"/>
      <dgm:spPr/>
    </dgm:pt>
    <dgm:pt modelId="{E948A50F-D4A6-4D51-BCA9-B2A5DFA5C58F}" type="pres">
      <dgm:prSet presAssocID="{C7650C50-4762-4B69-8F5C-CD220CA5A790}" presName="linNode" presStyleCnt="0"/>
      <dgm:spPr/>
    </dgm:pt>
    <dgm:pt modelId="{15E14179-B61E-4742-8743-0DEE6E700B60}" type="pres">
      <dgm:prSet presAssocID="{C7650C50-4762-4B69-8F5C-CD220CA5A790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4D4B051A-9F92-4514-BCE0-E1907FEAE17D}" type="pres">
      <dgm:prSet presAssocID="{C7650C50-4762-4B69-8F5C-CD220CA5A790}" presName="descendantText" presStyleLbl="alignAccFollowNode1" presStyleIdx="2" presStyleCnt="4">
        <dgm:presLayoutVars>
          <dgm:bulletEnabled val="1"/>
        </dgm:presLayoutVars>
      </dgm:prSet>
      <dgm:spPr/>
    </dgm:pt>
    <dgm:pt modelId="{76FB4E31-AB54-4499-A8E0-13E0F7D671E4}" type="pres">
      <dgm:prSet presAssocID="{4A50F92A-DC10-44C9-AB5A-32465F646135}" presName="sp" presStyleCnt="0"/>
      <dgm:spPr/>
    </dgm:pt>
    <dgm:pt modelId="{64EB5161-92CB-4626-81BF-2ECD8AB99725}" type="pres">
      <dgm:prSet presAssocID="{31CA3458-1F45-428C-94E5-DFF7DEED94CA}" presName="linNode" presStyleCnt="0"/>
      <dgm:spPr/>
    </dgm:pt>
    <dgm:pt modelId="{C83A2D43-2D6B-41E5-B5CF-173F80E4014A}" type="pres">
      <dgm:prSet presAssocID="{31CA3458-1F45-428C-94E5-DFF7DEED94CA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12EDCA59-409D-4F30-89E4-1DF91CB5E732}" type="pres">
      <dgm:prSet presAssocID="{31CA3458-1F45-428C-94E5-DFF7DEED94CA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3316AE09-3D84-433A-B18D-50D4C157D3B0}" srcId="{C7650C50-4762-4B69-8F5C-CD220CA5A790}" destId="{568D4FCE-2715-40AD-A048-32DE10CC58F3}" srcOrd="0" destOrd="0" parTransId="{6886F6EF-0D5E-4AA4-AEBE-A752CC855DBF}" sibTransId="{71CA66DC-DC30-48E4-8ED1-34374CC2D3C0}"/>
    <dgm:cxn modelId="{29F3650B-7464-46B6-8243-1C4F68EBF20A}" type="presOf" srcId="{DBAAB980-936C-4708-BD08-F4D9C0025A96}" destId="{8C286B12-76A5-4285-937D-992C932C35FA}" srcOrd="0" destOrd="1" presId="urn:microsoft.com/office/officeart/2005/8/layout/vList5"/>
    <dgm:cxn modelId="{AA96D90B-3B8F-48DB-8C8A-C4CC516CD9BC}" srcId="{8607B638-8CB3-4B9D-9E55-E5CD31224A32}" destId="{31CA3458-1F45-428C-94E5-DFF7DEED94CA}" srcOrd="3" destOrd="0" parTransId="{BBDAA83C-5EBC-4D9F-8A62-E0CD4557648F}" sibTransId="{5027A3B4-BAB1-4085-B39C-3AA420E98C85}"/>
    <dgm:cxn modelId="{A675BE16-F70A-48B5-90CB-0B0BC0B0A713}" type="presOf" srcId="{A21F7FBC-B08A-4D3B-81A9-3CE4DF3F9888}" destId="{32C5A96E-4D34-4497-878F-2D22FD782547}" srcOrd="0" destOrd="0" presId="urn:microsoft.com/office/officeart/2005/8/layout/vList5"/>
    <dgm:cxn modelId="{DADC9E28-F337-4F48-A0D7-28CB8B6A8B27}" type="presOf" srcId="{29601467-A49B-41EB-9823-C03CFA7B9173}" destId="{3251E62D-49A6-43AA-AD6B-DF80F3786915}" srcOrd="0" destOrd="0" presId="urn:microsoft.com/office/officeart/2005/8/layout/vList5"/>
    <dgm:cxn modelId="{A0DA2E31-0783-4CE9-B748-A3BC8EC489F9}" type="presOf" srcId="{568D4FCE-2715-40AD-A048-32DE10CC58F3}" destId="{4D4B051A-9F92-4514-BCE0-E1907FEAE17D}" srcOrd="0" destOrd="0" presId="urn:microsoft.com/office/officeart/2005/8/layout/vList5"/>
    <dgm:cxn modelId="{28411B3B-5270-47B1-9E72-B53398F93BC7}" type="presOf" srcId="{C7650C50-4762-4B69-8F5C-CD220CA5A790}" destId="{15E14179-B61E-4742-8743-0DEE6E700B60}" srcOrd="0" destOrd="0" presId="urn:microsoft.com/office/officeart/2005/8/layout/vList5"/>
    <dgm:cxn modelId="{AABEAE3E-153A-4C14-ABEB-E06BAC8FABFD}" type="presOf" srcId="{743B4CA4-8AF5-4AF6-9E5C-92546B58D8C8}" destId="{12EDCA59-409D-4F30-89E4-1DF91CB5E732}" srcOrd="0" destOrd="0" presId="urn:microsoft.com/office/officeart/2005/8/layout/vList5"/>
    <dgm:cxn modelId="{5B1C6942-D6B1-4AF0-8220-9A69F4F37BF9}" srcId="{EB117D43-A785-4B55-B32D-3AF3E601B249}" destId="{6FB26C81-CF8A-4FD4-ABB1-9CEA9A5B44C0}" srcOrd="0" destOrd="0" parTransId="{CE6B57F0-C45D-445A-B9BB-EC4E85A0490E}" sibTransId="{A41B4337-54BB-406C-9A28-60B3E472BF1B}"/>
    <dgm:cxn modelId="{2511E169-A953-4A3B-8DF2-B23C6921316D}" srcId="{8607B638-8CB3-4B9D-9E55-E5CD31224A32}" destId="{A21F7FBC-B08A-4D3B-81A9-3CE4DF3F9888}" srcOrd="1" destOrd="0" parTransId="{DA1086E4-85CB-4496-8860-AAD2E2EF7249}" sibTransId="{0AE9B6C5-873F-4FC6-9A7A-42EDFAC4B54E}"/>
    <dgm:cxn modelId="{AB60204B-929F-49C4-AF52-C0AD11A4CA6A}" srcId="{A21F7FBC-B08A-4D3B-81A9-3CE4DF3F9888}" destId="{29601467-A49B-41EB-9823-C03CFA7B9173}" srcOrd="0" destOrd="0" parTransId="{5939CB3C-DB52-4BF2-A973-353660EA19BB}" sibTransId="{A4F8B0E6-46A3-45C3-9A66-5274B7229B4C}"/>
    <dgm:cxn modelId="{639F8C70-AD40-4EBE-9D1C-4FBF258AA424}" srcId="{EB117D43-A785-4B55-B32D-3AF3E601B249}" destId="{DBAAB980-936C-4708-BD08-F4D9C0025A96}" srcOrd="1" destOrd="0" parTransId="{68C74166-2EA2-435B-92A7-0CC2EA123084}" sibTransId="{6BCB8D90-FA9E-4017-9FEA-BBF0A8773097}"/>
    <dgm:cxn modelId="{F6E3DD73-6ACE-49CE-9BAF-DD7C3E9A4026}" type="presOf" srcId="{6FB26C81-CF8A-4FD4-ABB1-9CEA9A5B44C0}" destId="{8C286B12-76A5-4285-937D-992C932C35FA}" srcOrd="0" destOrd="0" presId="urn:microsoft.com/office/officeart/2005/8/layout/vList5"/>
    <dgm:cxn modelId="{88CDFD5A-3F29-4A00-8EE1-C460D60A2A57}" type="presOf" srcId="{31CA3458-1F45-428C-94E5-DFF7DEED94CA}" destId="{C83A2D43-2D6B-41E5-B5CF-173F80E4014A}" srcOrd="0" destOrd="0" presId="urn:microsoft.com/office/officeart/2005/8/layout/vList5"/>
    <dgm:cxn modelId="{99B8A299-6E2E-487D-8851-394ADCB56961}" type="presOf" srcId="{8607B638-8CB3-4B9D-9E55-E5CD31224A32}" destId="{499FA666-D8EE-4DC4-8D44-8E4ED6E3306C}" srcOrd="0" destOrd="0" presId="urn:microsoft.com/office/officeart/2005/8/layout/vList5"/>
    <dgm:cxn modelId="{816E7F9B-9552-4EF2-941D-D04083D9856C}" srcId="{31CA3458-1F45-428C-94E5-DFF7DEED94CA}" destId="{743B4CA4-8AF5-4AF6-9E5C-92546B58D8C8}" srcOrd="0" destOrd="0" parTransId="{8516ADC0-9259-47A9-A732-B36EC5FBDBF9}" sibTransId="{9BCC6204-C519-450D-A0BD-111AAED75BEE}"/>
    <dgm:cxn modelId="{3014269D-FB34-4DD0-B22A-EB935AB5D128}" srcId="{8607B638-8CB3-4B9D-9E55-E5CD31224A32}" destId="{C7650C50-4762-4B69-8F5C-CD220CA5A790}" srcOrd="2" destOrd="0" parTransId="{0A5444F8-1AB9-4519-9049-847B8C4D3794}" sibTransId="{4A50F92A-DC10-44C9-AB5A-32465F646135}"/>
    <dgm:cxn modelId="{522303B8-22A7-4DA0-B536-A9F2A9704494}" srcId="{8607B638-8CB3-4B9D-9E55-E5CD31224A32}" destId="{EB117D43-A785-4B55-B32D-3AF3E601B249}" srcOrd="0" destOrd="0" parTransId="{C39BA635-807D-4639-8765-7C407B188B39}" sibTransId="{81AD5759-20B1-4A59-8D71-795164E6E3D4}"/>
    <dgm:cxn modelId="{971DC0C3-F0D3-4E5A-974D-CFFA6992931A}" type="presOf" srcId="{D2C533D4-6516-4FD8-B25D-0A5096ED3F09}" destId="{8C286B12-76A5-4285-937D-992C932C35FA}" srcOrd="0" destOrd="2" presId="urn:microsoft.com/office/officeart/2005/8/layout/vList5"/>
    <dgm:cxn modelId="{AE5DEEF8-6192-4855-B816-13F39753E666}" srcId="{EB117D43-A785-4B55-B32D-3AF3E601B249}" destId="{D2C533D4-6516-4FD8-B25D-0A5096ED3F09}" srcOrd="2" destOrd="0" parTransId="{04BF86AF-DEBC-48EC-87B7-8A5524BF3D2F}" sibTransId="{8624C065-0C6A-446A-B703-61BE07C49222}"/>
    <dgm:cxn modelId="{A73175FE-CE22-46B1-B590-4C256D397088}" type="presOf" srcId="{EB117D43-A785-4B55-B32D-3AF3E601B249}" destId="{B664DF37-70ED-4012-8968-3C819CB42EEE}" srcOrd="0" destOrd="0" presId="urn:microsoft.com/office/officeart/2005/8/layout/vList5"/>
    <dgm:cxn modelId="{239F75F0-5D6D-48B3-9DBA-481BF9D185D8}" type="presParOf" srcId="{499FA666-D8EE-4DC4-8D44-8E4ED6E3306C}" destId="{EA7C5D1E-A716-4D73-955F-9C902C874AA4}" srcOrd="0" destOrd="0" presId="urn:microsoft.com/office/officeart/2005/8/layout/vList5"/>
    <dgm:cxn modelId="{F7B94307-FCFB-4045-869A-918A789D44E5}" type="presParOf" srcId="{EA7C5D1E-A716-4D73-955F-9C902C874AA4}" destId="{B664DF37-70ED-4012-8968-3C819CB42EEE}" srcOrd="0" destOrd="0" presId="urn:microsoft.com/office/officeart/2005/8/layout/vList5"/>
    <dgm:cxn modelId="{0E92B64A-196A-4B60-A199-97DDECA8D327}" type="presParOf" srcId="{EA7C5D1E-A716-4D73-955F-9C902C874AA4}" destId="{8C286B12-76A5-4285-937D-992C932C35FA}" srcOrd="1" destOrd="0" presId="urn:microsoft.com/office/officeart/2005/8/layout/vList5"/>
    <dgm:cxn modelId="{9D3AD1F1-944B-409B-A044-CB108C22CAAB}" type="presParOf" srcId="{499FA666-D8EE-4DC4-8D44-8E4ED6E3306C}" destId="{B53FE861-C188-445C-AB9C-F2A33C091B1E}" srcOrd="1" destOrd="0" presId="urn:microsoft.com/office/officeart/2005/8/layout/vList5"/>
    <dgm:cxn modelId="{8CC9E76F-AD23-4C8A-AA21-F2E0528E9E02}" type="presParOf" srcId="{499FA666-D8EE-4DC4-8D44-8E4ED6E3306C}" destId="{2AA56738-7813-4A5D-8F98-1E921C7DB4B8}" srcOrd="2" destOrd="0" presId="urn:microsoft.com/office/officeart/2005/8/layout/vList5"/>
    <dgm:cxn modelId="{9E7BD89D-FD98-4F87-8220-181B55D1FF2E}" type="presParOf" srcId="{2AA56738-7813-4A5D-8F98-1E921C7DB4B8}" destId="{32C5A96E-4D34-4497-878F-2D22FD782547}" srcOrd="0" destOrd="0" presId="urn:microsoft.com/office/officeart/2005/8/layout/vList5"/>
    <dgm:cxn modelId="{97C9F8AA-F077-4150-B313-FC7495554280}" type="presParOf" srcId="{2AA56738-7813-4A5D-8F98-1E921C7DB4B8}" destId="{3251E62D-49A6-43AA-AD6B-DF80F3786915}" srcOrd="1" destOrd="0" presId="urn:microsoft.com/office/officeart/2005/8/layout/vList5"/>
    <dgm:cxn modelId="{A36CE3DD-4131-4F82-AA8F-51B2CE7CF394}" type="presParOf" srcId="{499FA666-D8EE-4DC4-8D44-8E4ED6E3306C}" destId="{5F7E8B1B-D3CB-4C67-A874-2CC5E9DBA3C2}" srcOrd="3" destOrd="0" presId="urn:microsoft.com/office/officeart/2005/8/layout/vList5"/>
    <dgm:cxn modelId="{3CEF41CE-8070-45AF-8A4E-856F1813BEBD}" type="presParOf" srcId="{499FA666-D8EE-4DC4-8D44-8E4ED6E3306C}" destId="{E948A50F-D4A6-4D51-BCA9-B2A5DFA5C58F}" srcOrd="4" destOrd="0" presId="urn:microsoft.com/office/officeart/2005/8/layout/vList5"/>
    <dgm:cxn modelId="{C2C4BEB7-6BAB-45E9-BCFE-B5BEF1C30ADF}" type="presParOf" srcId="{E948A50F-D4A6-4D51-BCA9-B2A5DFA5C58F}" destId="{15E14179-B61E-4742-8743-0DEE6E700B60}" srcOrd="0" destOrd="0" presId="urn:microsoft.com/office/officeart/2005/8/layout/vList5"/>
    <dgm:cxn modelId="{6F228094-FA1B-4D43-A586-8584C97B01DE}" type="presParOf" srcId="{E948A50F-D4A6-4D51-BCA9-B2A5DFA5C58F}" destId="{4D4B051A-9F92-4514-BCE0-E1907FEAE17D}" srcOrd="1" destOrd="0" presId="urn:microsoft.com/office/officeart/2005/8/layout/vList5"/>
    <dgm:cxn modelId="{80EDCEC1-E13C-4DA8-B3B6-533AB0936A08}" type="presParOf" srcId="{499FA666-D8EE-4DC4-8D44-8E4ED6E3306C}" destId="{76FB4E31-AB54-4499-A8E0-13E0F7D671E4}" srcOrd="5" destOrd="0" presId="urn:microsoft.com/office/officeart/2005/8/layout/vList5"/>
    <dgm:cxn modelId="{5270B4E5-C658-40E3-9EE6-F772363CD348}" type="presParOf" srcId="{499FA666-D8EE-4DC4-8D44-8E4ED6E3306C}" destId="{64EB5161-92CB-4626-81BF-2ECD8AB99725}" srcOrd="6" destOrd="0" presId="urn:microsoft.com/office/officeart/2005/8/layout/vList5"/>
    <dgm:cxn modelId="{D57B4B44-F7E2-440C-B9FF-A6BA7215CE87}" type="presParOf" srcId="{64EB5161-92CB-4626-81BF-2ECD8AB99725}" destId="{C83A2D43-2D6B-41E5-B5CF-173F80E4014A}" srcOrd="0" destOrd="0" presId="urn:microsoft.com/office/officeart/2005/8/layout/vList5"/>
    <dgm:cxn modelId="{33A2F6B8-A03B-4AA2-8255-B2508A94F8B1}" type="presParOf" srcId="{64EB5161-92CB-4626-81BF-2ECD8AB99725}" destId="{12EDCA59-409D-4F30-89E4-1DF91CB5E73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BD4AA36-4C50-4D40-B2D0-73C7868574BB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33D11D8-0E78-4184-B56C-83E3D8C34F08}">
      <dgm:prSet phldrT="[Texto]"/>
      <dgm:spPr/>
      <dgm:t>
        <a:bodyPr/>
        <a:lstStyle/>
        <a:p>
          <a:pPr>
            <a:buNone/>
          </a:pPr>
          <a:r>
            <a:rPr lang="en-US" dirty="0"/>
            <a:t>La </a:t>
          </a:r>
          <a:r>
            <a:rPr lang="en-US" dirty="0" err="1"/>
            <a:t>condición</a:t>
          </a:r>
          <a:r>
            <a:rPr lang="en-US" dirty="0"/>
            <a:t> experimental </a:t>
          </a:r>
          <a:r>
            <a:rPr lang="en-US" dirty="0" err="1"/>
            <a:t>presentó</a:t>
          </a:r>
          <a:r>
            <a:rPr lang="en-US" dirty="0"/>
            <a:t> mayor </a:t>
          </a:r>
          <a:r>
            <a:rPr lang="en-US" dirty="0" err="1"/>
            <a:t>cobertura</a:t>
          </a:r>
          <a:r>
            <a:rPr lang="en-US" dirty="0"/>
            <a:t> </a:t>
          </a:r>
          <a:r>
            <a:rPr lang="en-US" dirty="0" err="1"/>
            <a:t>observada</a:t>
          </a:r>
          <a:r>
            <a:rPr lang="en-US" dirty="0"/>
            <a:t> y </a:t>
          </a:r>
          <a:r>
            <a:rPr lang="en-US" dirty="0" err="1"/>
            <a:t>menor</a:t>
          </a:r>
          <a:r>
            <a:rPr lang="en-US" dirty="0"/>
            <a:t> </a:t>
          </a:r>
          <a:r>
            <a:rPr lang="en-US" dirty="0" err="1"/>
            <a:t>pertinencia</a:t>
          </a:r>
          <a:r>
            <a:rPr lang="en-US" dirty="0"/>
            <a:t> </a:t>
          </a:r>
          <a:r>
            <a:rPr lang="en-US" dirty="0" err="1"/>
            <a:t>observada</a:t>
          </a:r>
          <a:r>
            <a:rPr lang="en-US" dirty="0"/>
            <a:t> </a:t>
          </a:r>
          <a:r>
            <a:rPr lang="en-US" dirty="0" err="1"/>
            <a:t>respecto</a:t>
          </a:r>
          <a:r>
            <a:rPr lang="en-US" dirty="0"/>
            <a:t> al </a:t>
          </a:r>
          <a:r>
            <a:rPr lang="en-US" dirty="0" err="1"/>
            <a:t>grupo</a:t>
          </a:r>
          <a:r>
            <a:rPr lang="en-US" dirty="0"/>
            <a:t> control.</a:t>
          </a:r>
          <a:endParaRPr lang="es-CR" noProof="0" dirty="0"/>
        </a:p>
      </dgm:t>
    </dgm:pt>
    <dgm:pt modelId="{19AD24DB-6629-4AE6-9250-F08699BEF864}" type="parTrans" cxnId="{A8DC157A-6F4A-4B0A-89B0-7628016BD3B3}">
      <dgm:prSet/>
      <dgm:spPr/>
      <dgm:t>
        <a:bodyPr/>
        <a:lstStyle/>
        <a:p>
          <a:endParaRPr lang="en-US"/>
        </a:p>
      </dgm:t>
    </dgm:pt>
    <dgm:pt modelId="{C2CDDD35-2E70-4B49-9CC0-AECE22F17705}" type="sibTrans" cxnId="{A8DC157A-6F4A-4B0A-89B0-7628016BD3B3}">
      <dgm:prSet/>
      <dgm:spPr/>
      <dgm:t>
        <a:bodyPr/>
        <a:lstStyle/>
        <a:p>
          <a:endParaRPr lang="en-US"/>
        </a:p>
      </dgm:t>
    </dgm:pt>
    <dgm:pt modelId="{4D8FB013-3AFC-4917-9817-1461AFE7B4D4}">
      <dgm:prSet phldrT="[Texto]"/>
      <dgm:spPr/>
      <dgm:t>
        <a:bodyPr/>
        <a:lstStyle/>
        <a:p>
          <a:pPr>
            <a:buNone/>
          </a:pPr>
          <a:r>
            <a:rPr lang="en-US" dirty="0"/>
            <a:t>Se </a:t>
          </a:r>
          <a:r>
            <a:rPr lang="en-US" dirty="0" err="1"/>
            <a:t>observaron</a:t>
          </a:r>
          <a:r>
            <a:rPr lang="en-US" dirty="0"/>
            <a:t> </a:t>
          </a:r>
          <a:r>
            <a:rPr lang="en-US" dirty="0" err="1"/>
            <a:t>diferencias</a:t>
          </a:r>
          <a:r>
            <a:rPr lang="en-US" dirty="0"/>
            <a:t> </a:t>
          </a:r>
          <a:r>
            <a:rPr lang="en-US" dirty="0" err="1"/>
            <a:t>descriptivas</a:t>
          </a:r>
          <a:r>
            <a:rPr lang="en-US" dirty="0"/>
            <a:t> entre </a:t>
          </a:r>
          <a:r>
            <a:rPr lang="en-US" dirty="0" err="1"/>
            <a:t>el</a:t>
          </a:r>
          <a:r>
            <a:rPr lang="en-US" dirty="0"/>
            <a:t> </a:t>
          </a:r>
          <a:r>
            <a:rPr lang="en-US" dirty="0" err="1"/>
            <a:t>enfoque</a:t>
          </a:r>
          <a:r>
            <a:rPr lang="en-US" dirty="0"/>
            <a:t> </a:t>
          </a:r>
          <a:r>
            <a:rPr lang="en-US" dirty="0" err="1"/>
            <a:t>automatizado</a:t>
          </a:r>
          <a:r>
            <a:rPr lang="en-US" dirty="0"/>
            <a:t> y </a:t>
          </a:r>
          <a:r>
            <a:rPr lang="en-US" dirty="0" err="1"/>
            <a:t>el</a:t>
          </a:r>
          <a:r>
            <a:rPr lang="en-US" dirty="0"/>
            <a:t> </a:t>
          </a:r>
          <a:r>
            <a:rPr lang="en-US" dirty="0" err="1"/>
            <a:t>enfoque</a:t>
          </a:r>
          <a:r>
            <a:rPr lang="en-US" dirty="0"/>
            <a:t> human-in-the-loop.</a:t>
          </a:r>
          <a:endParaRPr lang="es-CR" noProof="0" dirty="0"/>
        </a:p>
      </dgm:t>
    </dgm:pt>
    <dgm:pt modelId="{5E1DA53E-5A31-4898-B841-242FB9430ED9}" type="sibTrans" cxnId="{108F9CEB-E73F-4E62-B17E-502F3EB30350}">
      <dgm:prSet/>
      <dgm:spPr/>
      <dgm:t>
        <a:bodyPr/>
        <a:lstStyle/>
        <a:p>
          <a:endParaRPr lang="en-US"/>
        </a:p>
      </dgm:t>
    </dgm:pt>
    <dgm:pt modelId="{0833E593-832E-41DA-93BA-2ED3A2B2EBE8}" type="parTrans" cxnId="{108F9CEB-E73F-4E62-B17E-502F3EB30350}">
      <dgm:prSet/>
      <dgm:spPr/>
      <dgm:t>
        <a:bodyPr/>
        <a:lstStyle/>
        <a:p>
          <a:endParaRPr lang="en-US"/>
        </a:p>
      </dgm:t>
    </dgm:pt>
    <dgm:pt modelId="{CFA17E40-F532-4125-8E01-4C3BC41259C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Los </a:t>
          </a:r>
          <a:r>
            <a:rPr lang="en-US" dirty="0" err="1"/>
            <a:t>participantes</a:t>
          </a:r>
          <a:r>
            <a:rPr lang="en-US" dirty="0"/>
            <a:t> </a:t>
          </a:r>
          <a:r>
            <a:rPr lang="en-US" dirty="0" err="1"/>
            <a:t>reportaron</a:t>
          </a:r>
          <a:r>
            <a:rPr lang="en-US" dirty="0"/>
            <a:t> </a:t>
          </a:r>
          <a:r>
            <a:rPr lang="en-US" dirty="0" err="1"/>
            <a:t>una</a:t>
          </a:r>
          <a:r>
            <a:rPr lang="en-US" dirty="0"/>
            <a:t> </a:t>
          </a:r>
          <a:r>
            <a:rPr lang="en-US" dirty="0" err="1"/>
            <a:t>percepción</a:t>
          </a:r>
          <a:r>
            <a:rPr lang="en-US" dirty="0"/>
            <a:t> de </a:t>
          </a:r>
          <a:r>
            <a:rPr lang="en-US" dirty="0" err="1"/>
            <a:t>usabilidad</a:t>
          </a:r>
          <a:r>
            <a:rPr lang="en-US" dirty="0"/>
            <a:t> </a:t>
          </a:r>
          <a:r>
            <a:rPr lang="en-US" dirty="0" err="1"/>
            <a:t>generalmente</a:t>
          </a:r>
          <a:r>
            <a:rPr lang="en-US" dirty="0"/>
            <a:t> </a:t>
          </a:r>
          <a:r>
            <a:rPr lang="en-US" dirty="0" err="1"/>
            <a:t>aceptable</a:t>
          </a:r>
          <a:r>
            <a:rPr lang="en-US" dirty="0"/>
            <a:t> del </a:t>
          </a:r>
          <a:r>
            <a:rPr lang="en-US" dirty="0" err="1"/>
            <a:t>agente</a:t>
          </a:r>
          <a:r>
            <a:rPr lang="en-US" dirty="0"/>
            <a:t> virtual.</a:t>
          </a:r>
          <a:endParaRPr lang="es-CR" noProof="0" dirty="0"/>
        </a:p>
      </dgm:t>
    </dgm:pt>
    <dgm:pt modelId="{9FF156A4-7A93-4C03-8C5D-76B2C7346E0C}" type="parTrans" cxnId="{0FFF9D4A-124D-4350-9E1A-5E7258ED15EA}">
      <dgm:prSet/>
      <dgm:spPr/>
      <dgm:t>
        <a:bodyPr/>
        <a:lstStyle/>
        <a:p>
          <a:endParaRPr lang="en-US"/>
        </a:p>
      </dgm:t>
    </dgm:pt>
    <dgm:pt modelId="{E42A1ED5-C2FA-41E0-8D94-CCC636470B3A}" type="sibTrans" cxnId="{0FFF9D4A-124D-4350-9E1A-5E7258ED15EA}">
      <dgm:prSet/>
      <dgm:spPr/>
      <dgm:t>
        <a:bodyPr/>
        <a:lstStyle/>
        <a:p>
          <a:endParaRPr lang="en-US"/>
        </a:p>
      </dgm:t>
    </dgm:pt>
    <dgm:pt modelId="{93F25434-1199-4DB2-94ED-E3C912D56867}">
      <dgm:prSet phldrT="[Texto]"/>
      <dgm:spPr/>
      <dgm:t>
        <a:bodyPr/>
        <a:lstStyle/>
        <a:p>
          <a:pPr>
            <a:buNone/>
          </a:pPr>
          <a:r>
            <a:rPr lang="en-US" dirty="0" err="1"/>
            <a:t>Debido</a:t>
          </a:r>
          <a:r>
            <a:rPr lang="en-US" dirty="0"/>
            <a:t> al </a:t>
          </a:r>
          <a:r>
            <a:rPr lang="en-US" dirty="0" err="1"/>
            <a:t>carácter</a:t>
          </a:r>
          <a:r>
            <a:rPr lang="en-US" dirty="0"/>
            <a:t> </a:t>
          </a:r>
          <a:r>
            <a:rPr lang="en-US" dirty="0" err="1"/>
            <a:t>exploratorio</a:t>
          </a:r>
          <a:r>
            <a:rPr lang="en-US" dirty="0"/>
            <a:t> del </a:t>
          </a:r>
          <a:r>
            <a:rPr lang="en-US" dirty="0" err="1"/>
            <a:t>estudio</a:t>
          </a:r>
          <a:r>
            <a:rPr lang="en-US" dirty="0"/>
            <a:t>, </a:t>
          </a:r>
          <a:r>
            <a:rPr lang="en-US" dirty="0" err="1"/>
            <a:t>los</a:t>
          </a:r>
          <a:r>
            <a:rPr lang="en-US" dirty="0"/>
            <a:t> </a:t>
          </a:r>
          <a:r>
            <a:rPr lang="en-US" dirty="0" err="1"/>
            <a:t>resultados</a:t>
          </a:r>
          <a:r>
            <a:rPr lang="en-US" dirty="0"/>
            <a:t> </a:t>
          </a:r>
          <a:r>
            <a:rPr lang="en-US" dirty="0" err="1"/>
            <a:t>deben</a:t>
          </a:r>
          <a:r>
            <a:rPr lang="en-US" dirty="0"/>
            <a:t> </a:t>
          </a:r>
          <a:r>
            <a:rPr lang="en-US" dirty="0" err="1"/>
            <a:t>interpretarse</a:t>
          </a:r>
          <a:r>
            <a:rPr lang="en-US" dirty="0"/>
            <a:t> </a:t>
          </a:r>
          <a:r>
            <a:rPr lang="en-US" dirty="0" err="1"/>
            <a:t>como</a:t>
          </a:r>
          <a:r>
            <a:rPr lang="en-US" dirty="0"/>
            <a:t> </a:t>
          </a:r>
          <a:r>
            <a:rPr lang="en-US" dirty="0" err="1"/>
            <a:t>evidencia</a:t>
          </a:r>
          <a:r>
            <a:rPr lang="en-US" dirty="0"/>
            <a:t> </a:t>
          </a:r>
          <a:r>
            <a:rPr lang="en-US" dirty="0" err="1"/>
            <a:t>descriptiva</a:t>
          </a:r>
          <a:r>
            <a:rPr lang="en-US" dirty="0"/>
            <a:t> </a:t>
          </a:r>
          <a:r>
            <a:rPr lang="en-US" dirty="0" err="1"/>
            <a:t>preliminar</a:t>
          </a:r>
          <a:r>
            <a:rPr lang="en-US" dirty="0"/>
            <a:t>.</a:t>
          </a:r>
        </a:p>
      </dgm:t>
    </dgm:pt>
    <dgm:pt modelId="{62DA79FF-6A12-4EE5-8FF7-7BBF6C8DD018}" type="parTrans" cxnId="{E900FBDC-5BFB-4CB8-9C5E-1FAC86693B15}">
      <dgm:prSet/>
      <dgm:spPr/>
      <dgm:t>
        <a:bodyPr/>
        <a:lstStyle/>
        <a:p>
          <a:endParaRPr lang="en-US"/>
        </a:p>
      </dgm:t>
    </dgm:pt>
    <dgm:pt modelId="{8ADE78AC-ECB5-482B-8462-AFB64BFA9BA9}" type="sibTrans" cxnId="{E900FBDC-5BFB-4CB8-9C5E-1FAC86693B15}">
      <dgm:prSet/>
      <dgm:spPr/>
      <dgm:t>
        <a:bodyPr/>
        <a:lstStyle/>
        <a:p>
          <a:endParaRPr lang="en-US"/>
        </a:p>
      </dgm:t>
    </dgm:pt>
    <dgm:pt modelId="{A055F66E-8216-4A65-B33B-67E80E2318E0}" type="pres">
      <dgm:prSet presAssocID="{8BD4AA36-4C50-4D40-B2D0-73C7868574BB}" presName="Name0" presStyleCnt="0">
        <dgm:presLayoutVars>
          <dgm:dir/>
          <dgm:animLvl val="lvl"/>
          <dgm:resizeHandles val="exact"/>
        </dgm:presLayoutVars>
      </dgm:prSet>
      <dgm:spPr/>
    </dgm:pt>
    <dgm:pt modelId="{1DD338E7-8DB0-4ABB-BF39-485E3E8D52C9}" type="pres">
      <dgm:prSet presAssocID="{93F25434-1199-4DB2-94ED-E3C912D56867}" presName="boxAndChildren" presStyleCnt="0"/>
      <dgm:spPr/>
    </dgm:pt>
    <dgm:pt modelId="{3D156BA7-3FF8-417F-9D26-4244DA70D40E}" type="pres">
      <dgm:prSet presAssocID="{93F25434-1199-4DB2-94ED-E3C912D56867}" presName="parentTextBox" presStyleLbl="node1" presStyleIdx="0" presStyleCnt="4"/>
      <dgm:spPr/>
    </dgm:pt>
    <dgm:pt modelId="{D94A44E3-EB64-4799-9727-C9F13AD866B3}" type="pres">
      <dgm:prSet presAssocID="{E42A1ED5-C2FA-41E0-8D94-CCC636470B3A}" presName="sp" presStyleCnt="0"/>
      <dgm:spPr/>
    </dgm:pt>
    <dgm:pt modelId="{910BD841-CB6B-4CD4-8BA2-62AE7800D670}" type="pres">
      <dgm:prSet presAssocID="{CFA17E40-F532-4125-8E01-4C3BC41259CB}" presName="arrowAndChildren" presStyleCnt="0"/>
      <dgm:spPr/>
    </dgm:pt>
    <dgm:pt modelId="{C79ECDA6-AA46-4ECD-9194-F0B052B68492}" type="pres">
      <dgm:prSet presAssocID="{CFA17E40-F532-4125-8E01-4C3BC41259CB}" presName="parentTextArrow" presStyleLbl="node1" presStyleIdx="1" presStyleCnt="4"/>
      <dgm:spPr/>
    </dgm:pt>
    <dgm:pt modelId="{26EAC757-4147-4F52-843E-71874A5CD988}" type="pres">
      <dgm:prSet presAssocID="{C2CDDD35-2E70-4B49-9CC0-AECE22F17705}" presName="sp" presStyleCnt="0"/>
      <dgm:spPr/>
    </dgm:pt>
    <dgm:pt modelId="{DC4AB56A-04CB-4C83-99BC-6DF5212A6CA6}" type="pres">
      <dgm:prSet presAssocID="{F33D11D8-0E78-4184-B56C-83E3D8C34F08}" presName="arrowAndChildren" presStyleCnt="0"/>
      <dgm:spPr/>
    </dgm:pt>
    <dgm:pt modelId="{30E4E2C2-5771-4312-8AEA-3B3B34E3C696}" type="pres">
      <dgm:prSet presAssocID="{F33D11D8-0E78-4184-B56C-83E3D8C34F08}" presName="parentTextArrow" presStyleLbl="node1" presStyleIdx="2" presStyleCnt="4"/>
      <dgm:spPr/>
    </dgm:pt>
    <dgm:pt modelId="{6DA2D6B9-DC21-4C2D-A7D0-D7C543540FF0}" type="pres">
      <dgm:prSet presAssocID="{5E1DA53E-5A31-4898-B841-242FB9430ED9}" presName="sp" presStyleCnt="0"/>
      <dgm:spPr/>
    </dgm:pt>
    <dgm:pt modelId="{0668A662-4185-4D71-9849-FED5ABDDB433}" type="pres">
      <dgm:prSet presAssocID="{4D8FB013-3AFC-4917-9817-1461AFE7B4D4}" presName="arrowAndChildren" presStyleCnt="0"/>
      <dgm:spPr/>
    </dgm:pt>
    <dgm:pt modelId="{DB725AE1-56A3-4DFE-B233-073836774C97}" type="pres">
      <dgm:prSet presAssocID="{4D8FB013-3AFC-4917-9817-1461AFE7B4D4}" presName="parentTextArrow" presStyleLbl="node1" presStyleIdx="3" presStyleCnt="4"/>
      <dgm:spPr/>
    </dgm:pt>
  </dgm:ptLst>
  <dgm:cxnLst>
    <dgm:cxn modelId="{D20C3421-3B58-4378-A44D-D01FD368D032}" type="presOf" srcId="{F33D11D8-0E78-4184-B56C-83E3D8C34F08}" destId="{30E4E2C2-5771-4312-8AEA-3B3B34E3C696}" srcOrd="0" destOrd="0" presId="urn:microsoft.com/office/officeart/2005/8/layout/process4"/>
    <dgm:cxn modelId="{0FFF9D4A-124D-4350-9E1A-5E7258ED15EA}" srcId="{8BD4AA36-4C50-4D40-B2D0-73C7868574BB}" destId="{CFA17E40-F532-4125-8E01-4C3BC41259CB}" srcOrd="2" destOrd="0" parTransId="{9FF156A4-7A93-4C03-8C5D-76B2C7346E0C}" sibTransId="{E42A1ED5-C2FA-41E0-8D94-CCC636470B3A}"/>
    <dgm:cxn modelId="{C1332056-8390-428D-BA12-E4E37C763158}" type="presOf" srcId="{4D8FB013-3AFC-4917-9817-1461AFE7B4D4}" destId="{DB725AE1-56A3-4DFE-B233-073836774C97}" srcOrd="0" destOrd="0" presId="urn:microsoft.com/office/officeart/2005/8/layout/process4"/>
    <dgm:cxn modelId="{A8DC157A-6F4A-4B0A-89B0-7628016BD3B3}" srcId="{8BD4AA36-4C50-4D40-B2D0-73C7868574BB}" destId="{F33D11D8-0E78-4184-B56C-83E3D8C34F08}" srcOrd="1" destOrd="0" parTransId="{19AD24DB-6629-4AE6-9250-F08699BEF864}" sibTransId="{C2CDDD35-2E70-4B49-9CC0-AECE22F17705}"/>
    <dgm:cxn modelId="{3698847F-B7C9-415A-8D24-856933D38B96}" type="presOf" srcId="{8BD4AA36-4C50-4D40-B2D0-73C7868574BB}" destId="{A055F66E-8216-4A65-B33B-67E80E2318E0}" srcOrd="0" destOrd="0" presId="urn:microsoft.com/office/officeart/2005/8/layout/process4"/>
    <dgm:cxn modelId="{57588C93-80C3-4BA2-92A9-FEE101389DAC}" type="presOf" srcId="{CFA17E40-F532-4125-8E01-4C3BC41259CB}" destId="{C79ECDA6-AA46-4ECD-9194-F0B052B68492}" srcOrd="0" destOrd="0" presId="urn:microsoft.com/office/officeart/2005/8/layout/process4"/>
    <dgm:cxn modelId="{E900FBDC-5BFB-4CB8-9C5E-1FAC86693B15}" srcId="{8BD4AA36-4C50-4D40-B2D0-73C7868574BB}" destId="{93F25434-1199-4DB2-94ED-E3C912D56867}" srcOrd="3" destOrd="0" parTransId="{62DA79FF-6A12-4EE5-8FF7-7BBF6C8DD018}" sibTransId="{8ADE78AC-ECB5-482B-8462-AFB64BFA9BA9}"/>
    <dgm:cxn modelId="{108F9CEB-E73F-4E62-B17E-502F3EB30350}" srcId="{8BD4AA36-4C50-4D40-B2D0-73C7868574BB}" destId="{4D8FB013-3AFC-4917-9817-1461AFE7B4D4}" srcOrd="0" destOrd="0" parTransId="{0833E593-832E-41DA-93BA-2ED3A2B2EBE8}" sibTransId="{5E1DA53E-5A31-4898-B841-242FB9430ED9}"/>
    <dgm:cxn modelId="{5D1B01F3-E0CC-40B0-A297-1E8DF69F2FE7}" type="presOf" srcId="{93F25434-1199-4DB2-94ED-E3C912D56867}" destId="{3D156BA7-3FF8-417F-9D26-4244DA70D40E}" srcOrd="0" destOrd="0" presId="urn:microsoft.com/office/officeart/2005/8/layout/process4"/>
    <dgm:cxn modelId="{688507ED-9A55-4F4B-A05A-56FC2980694D}" type="presParOf" srcId="{A055F66E-8216-4A65-B33B-67E80E2318E0}" destId="{1DD338E7-8DB0-4ABB-BF39-485E3E8D52C9}" srcOrd="0" destOrd="0" presId="urn:microsoft.com/office/officeart/2005/8/layout/process4"/>
    <dgm:cxn modelId="{19C6D2EC-1054-46BE-A110-B3C50B752024}" type="presParOf" srcId="{1DD338E7-8DB0-4ABB-BF39-485E3E8D52C9}" destId="{3D156BA7-3FF8-417F-9D26-4244DA70D40E}" srcOrd="0" destOrd="0" presId="urn:microsoft.com/office/officeart/2005/8/layout/process4"/>
    <dgm:cxn modelId="{920BFBCE-D0F8-4412-8358-25B9929A3284}" type="presParOf" srcId="{A055F66E-8216-4A65-B33B-67E80E2318E0}" destId="{D94A44E3-EB64-4799-9727-C9F13AD866B3}" srcOrd="1" destOrd="0" presId="urn:microsoft.com/office/officeart/2005/8/layout/process4"/>
    <dgm:cxn modelId="{F40BDACE-8E26-44FE-9971-F74347F7ACBB}" type="presParOf" srcId="{A055F66E-8216-4A65-B33B-67E80E2318E0}" destId="{910BD841-CB6B-4CD4-8BA2-62AE7800D670}" srcOrd="2" destOrd="0" presId="urn:microsoft.com/office/officeart/2005/8/layout/process4"/>
    <dgm:cxn modelId="{F2108153-F5D0-48E6-915C-4C957CFA1A63}" type="presParOf" srcId="{910BD841-CB6B-4CD4-8BA2-62AE7800D670}" destId="{C79ECDA6-AA46-4ECD-9194-F0B052B68492}" srcOrd="0" destOrd="0" presId="urn:microsoft.com/office/officeart/2005/8/layout/process4"/>
    <dgm:cxn modelId="{E93969EA-E2FB-4C58-AD22-CD1CCD5219DD}" type="presParOf" srcId="{A055F66E-8216-4A65-B33B-67E80E2318E0}" destId="{26EAC757-4147-4F52-843E-71874A5CD988}" srcOrd="3" destOrd="0" presId="urn:microsoft.com/office/officeart/2005/8/layout/process4"/>
    <dgm:cxn modelId="{A65DD38E-494C-40E9-B9F3-CF85A4AA1EFE}" type="presParOf" srcId="{A055F66E-8216-4A65-B33B-67E80E2318E0}" destId="{DC4AB56A-04CB-4C83-99BC-6DF5212A6CA6}" srcOrd="4" destOrd="0" presId="urn:microsoft.com/office/officeart/2005/8/layout/process4"/>
    <dgm:cxn modelId="{6574E627-594E-4620-AC6D-949A4EC6D3B7}" type="presParOf" srcId="{DC4AB56A-04CB-4C83-99BC-6DF5212A6CA6}" destId="{30E4E2C2-5771-4312-8AEA-3B3B34E3C696}" srcOrd="0" destOrd="0" presId="urn:microsoft.com/office/officeart/2005/8/layout/process4"/>
    <dgm:cxn modelId="{BFB65D68-2566-4125-A00D-09A5FC20666F}" type="presParOf" srcId="{A055F66E-8216-4A65-B33B-67E80E2318E0}" destId="{6DA2D6B9-DC21-4C2D-A7D0-D7C543540FF0}" srcOrd="5" destOrd="0" presId="urn:microsoft.com/office/officeart/2005/8/layout/process4"/>
    <dgm:cxn modelId="{32EB2A0C-7B47-4AFF-92DF-C85DBFFE04FE}" type="presParOf" srcId="{A055F66E-8216-4A65-B33B-67E80E2318E0}" destId="{0668A662-4185-4D71-9849-FED5ABDDB433}" srcOrd="6" destOrd="0" presId="urn:microsoft.com/office/officeart/2005/8/layout/process4"/>
    <dgm:cxn modelId="{9C0D72EE-A216-430A-B9E9-3BB18E5F9D76}" type="presParOf" srcId="{0668A662-4185-4D71-9849-FED5ABDDB433}" destId="{DB725AE1-56A3-4DFE-B233-073836774C9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4F1057-8B03-47CE-8F20-2AF982734F61}">
      <dsp:nvSpPr>
        <dsp:cNvPr id="0" name=""/>
        <dsp:cNvSpPr/>
      </dsp:nvSpPr>
      <dsp:spPr>
        <a:xfrm>
          <a:off x="458603" y="0"/>
          <a:ext cx="1137333" cy="63185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200" kern="1200" noProof="0" dirty="0"/>
            <a:t>Human</a:t>
          </a:r>
        </a:p>
      </dsp:txBody>
      <dsp:txXfrm>
        <a:off x="477109" y="18506"/>
        <a:ext cx="1100321" cy="594840"/>
      </dsp:txXfrm>
    </dsp:sp>
    <dsp:sp modelId="{96BDC520-2D4F-4DA4-B95B-58576CD29D8A}">
      <dsp:nvSpPr>
        <dsp:cNvPr id="0" name=""/>
        <dsp:cNvSpPr/>
      </dsp:nvSpPr>
      <dsp:spPr>
        <a:xfrm>
          <a:off x="2101418" y="0"/>
          <a:ext cx="1137333" cy="63185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200" kern="1200" noProof="0" dirty="0"/>
            <a:t>LLM</a:t>
          </a:r>
        </a:p>
      </dsp:txBody>
      <dsp:txXfrm>
        <a:off x="2119924" y="18506"/>
        <a:ext cx="1100321" cy="594840"/>
      </dsp:txXfrm>
    </dsp:sp>
    <dsp:sp modelId="{FF8A4B29-5064-4367-BF5A-8C7974EDCF6C}">
      <dsp:nvSpPr>
        <dsp:cNvPr id="0" name=""/>
        <dsp:cNvSpPr/>
      </dsp:nvSpPr>
      <dsp:spPr>
        <a:xfrm>
          <a:off x="1611733" y="2685371"/>
          <a:ext cx="473889" cy="473889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BE29F1-4707-45F0-AA33-0BED78FEDF3F}">
      <dsp:nvSpPr>
        <dsp:cNvPr id="0" name=""/>
        <dsp:cNvSpPr/>
      </dsp:nvSpPr>
      <dsp:spPr>
        <a:xfrm>
          <a:off x="427010" y="2486970"/>
          <a:ext cx="2843334" cy="19208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A5B822-E07F-48DF-A5E8-0211D26E9CA0}">
      <dsp:nvSpPr>
        <dsp:cNvPr id="0" name=""/>
        <dsp:cNvSpPr/>
      </dsp:nvSpPr>
      <dsp:spPr>
        <a:xfrm>
          <a:off x="458603" y="770859"/>
          <a:ext cx="1137333" cy="1693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500" kern="1200" noProof="0" dirty="0" err="1"/>
            <a:t>Relevance</a:t>
          </a:r>
          <a:endParaRPr lang="es-CR" sz="1500" kern="1200" noProof="0" dirty="0"/>
        </a:p>
      </dsp:txBody>
      <dsp:txXfrm>
        <a:off x="514123" y="826379"/>
        <a:ext cx="1026293" cy="1582323"/>
      </dsp:txXfrm>
    </dsp:sp>
    <dsp:sp modelId="{83652350-A5C7-411C-872F-34F01FCD1102}">
      <dsp:nvSpPr>
        <dsp:cNvPr id="0" name=""/>
        <dsp:cNvSpPr/>
      </dsp:nvSpPr>
      <dsp:spPr>
        <a:xfrm>
          <a:off x="2101418" y="770859"/>
          <a:ext cx="1137333" cy="1693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500" kern="1200" noProof="0" dirty="0" err="1"/>
            <a:t>Coverage</a:t>
          </a:r>
          <a:endParaRPr lang="es-CR" sz="1500" kern="1200" noProof="0" dirty="0"/>
        </a:p>
      </dsp:txBody>
      <dsp:txXfrm>
        <a:off x="2156938" y="826379"/>
        <a:ext cx="1026293" cy="15823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2DC20-7740-4FA6-97E6-2347103167F9}">
      <dsp:nvSpPr>
        <dsp:cNvPr id="0" name=""/>
        <dsp:cNvSpPr/>
      </dsp:nvSpPr>
      <dsp:spPr>
        <a:xfrm>
          <a:off x="0" y="2262269"/>
          <a:ext cx="6443472" cy="7425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R" sz="1800" kern="1200" noProof="0" dirty="0"/>
            <a:t>Falta de evidencia sobre enfoques con human-in-</a:t>
          </a:r>
          <a:r>
            <a:rPr lang="es-CR" sz="1800" kern="1200" noProof="0" dirty="0" err="1"/>
            <a:t>the</a:t>
          </a:r>
          <a:r>
            <a:rPr lang="es-CR" sz="1800" kern="1200" noProof="0" dirty="0"/>
            <a:t>-</a:t>
          </a:r>
          <a:r>
            <a:rPr lang="es-CR" sz="1800" kern="1200" noProof="0" dirty="0" err="1"/>
            <a:t>loop</a:t>
          </a:r>
          <a:r>
            <a:rPr lang="es-CR" sz="1800" kern="1200" noProof="0" dirty="0"/>
            <a:t> </a:t>
          </a:r>
        </a:p>
      </dsp:txBody>
      <dsp:txXfrm>
        <a:off x="0" y="2262269"/>
        <a:ext cx="6443472" cy="742527"/>
      </dsp:txXfrm>
    </dsp:sp>
    <dsp:sp modelId="{30E4E2C2-5771-4312-8AEA-3B3B34E3C696}">
      <dsp:nvSpPr>
        <dsp:cNvPr id="0" name=""/>
        <dsp:cNvSpPr/>
      </dsp:nvSpPr>
      <dsp:spPr>
        <a:xfrm rot="10800000">
          <a:off x="0" y="1131400"/>
          <a:ext cx="6443472" cy="1142007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800" kern="1200" noProof="0" dirty="0"/>
            <a:t>Los </a:t>
          </a:r>
          <a:r>
            <a:rPr lang="es-CR" sz="1800" kern="1200" noProof="0" dirty="0" err="1"/>
            <a:t>LLMs</a:t>
          </a:r>
          <a:r>
            <a:rPr lang="es-CR" sz="1800" kern="1200" noProof="0" dirty="0"/>
            <a:t> mejoran cobertura, pero sacrifican relevancia</a:t>
          </a:r>
        </a:p>
      </dsp:txBody>
      <dsp:txXfrm rot="10800000">
        <a:off x="0" y="1131400"/>
        <a:ext cx="6443472" cy="742042"/>
      </dsp:txXfrm>
    </dsp:sp>
    <dsp:sp modelId="{DB725AE1-56A3-4DFE-B233-073836774C97}">
      <dsp:nvSpPr>
        <dsp:cNvPr id="0" name=""/>
        <dsp:cNvSpPr/>
      </dsp:nvSpPr>
      <dsp:spPr>
        <a:xfrm rot="10800000">
          <a:off x="0" y="531"/>
          <a:ext cx="6443472" cy="1142007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800" kern="1200" noProof="0" dirty="0"/>
            <a:t>Dependencia de conocimiento especializado en seguridad</a:t>
          </a:r>
        </a:p>
      </dsp:txBody>
      <dsp:txXfrm rot="10800000">
        <a:off x="0" y="531"/>
        <a:ext cx="6443472" cy="7420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E235E5-86E0-4B42-95FB-D642C64D6BBD}">
      <dsp:nvSpPr>
        <dsp:cNvPr id="0" name=""/>
        <dsp:cNvSpPr/>
      </dsp:nvSpPr>
      <dsp:spPr>
        <a:xfrm>
          <a:off x="1127908" y="1513821"/>
          <a:ext cx="377365" cy="71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8682" y="0"/>
              </a:lnTo>
              <a:lnTo>
                <a:pt x="188682" y="719065"/>
              </a:lnTo>
              <a:lnTo>
                <a:pt x="377365" y="71906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R" sz="500" kern="1200" noProof="0" dirty="0"/>
        </a:p>
      </dsp:txBody>
      <dsp:txXfrm>
        <a:off x="1296289" y="1853052"/>
        <a:ext cx="40603" cy="40603"/>
      </dsp:txXfrm>
    </dsp:sp>
    <dsp:sp modelId="{666920C6-2BAD-4189-BB49-0DD9542978C0}">
      <dsp:nvSpPr>
        <dsp:cNvPr id="0" name=""/>
        <dsp:cNvSpPr/>
      </dsp:nvSpPr>
      <dsp:spPr>
        <a:xfrm>
          <a:off x="1127908" y="1468101"/>
          <a:ext cx="377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365" y="4572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R" sz="500" kern="1200" noProof="0" dirty="0"/>
        </a:p>
      </dsp:txBody>
      <dsp:txXfrm>
        <a:off x="1307157" y="1504387"/>
        <a:ext cx="18868" cy="18868"/>
      </dsp:txXfrm>
    </dsp:sp>
    <dsp:sp modelId="{D248D8C2-7412-4018-AD36-4930C6646EEE}">
      <dsp:nvSpPr>
        <dsp:cNvPr id="0" name=""/>
        <dsp:cNvSpPr/>
      </dsp:nvSpPr>
      <dsp:spPr>
        <a:xfrm>
          <a:off x="1127908" y="794756"/>
          <a:ext cx="377365" cy="719065"/>
        </a:xfrm>
        <a:custGeom>
          <a:avLst/>
          <a:gdLst/>
          <a:ahLst/>
          <a:cxnLst/>
          <a:rect l="0" t="0" r="0" b="0"/>
          <a:pathLst>
            <a:path>
              <a:moveTo>
                <a:pt x="0" y="719065"/>
              </a:moveTo>
              <a:lnTo>
                <a:pt x="188682" y="719065"/>
              </a:lnTo>
              <a:lnTo>
                <a:pt x="188682" y="0"/>
              </a:lnTo>
              <a:lnTo>
                <a:pt x="377365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R" sz="500" kern="1200" noProof="0" dirty="0"/>
        </a:p>
      </dsp:txBody>
      <dsp:txXfrm>
        <a:off x="1296289" y="1133987"/>
        <a:ext cx="40603" cy="40603"/>
      </dsp:txXfrm>
    </dsp:sp>
    <dsp:sp modelId="{B63CC112-54E2-40EA-B46C-6B990F34C910}">
      <dsp:nvSpPr>
        <dsp:cNvPr id="0" name=""/>
        <dsp:cNvSpPr/>
      </dsp:nvSpPr>
      <dsp:spPr>
        <a:xfrm rot="16200000">
          <a:off x="-673538" y="1226195"/>
          <a:ext cx="3027643" cy="5752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3800" b="1" kern="1200" noProof="0" dirty="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rPr>
            <a:t>PAPER</a:t>
          </a:r>
          <a:endParaRPr lang="es-CR" sz="3800" kern="1200" noProof="0" dirty="0"/>
        </a:p>
      </dsp:txBody>
      <dsp:txXfrm>
        <a:off x="-673538" y="1226195"/>
        <a:ext cx="3027643" cy="575252"/>
      </dsp:txXfrm>
    </dsp:sp>
    <dsp:sp modelId="{93639D29-6B87-48F1-8680-45A5ED3C7F76}">
      <dsp:nvSpPr>
        <dsp:cNvPr id="0" name=""/>
        <dsp:cNvSpPr/>
      </dsp:nvSpPr>
      <dsp:spPr>
        <a:xfrm>
          <a:off x="1505274" y="507130"/>
          <a:ext cx="1886827" cy="5752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noProof="0" dirty="0"/>
            <a:t>Enfoque human-in-</a:t>
          </a:r>
          <a:r>
            <a:rPr lang="es-CR" sz="1400" kern="1200" noProof="0" dirty="0" err="1"/>
            <a:t>the</a:t>
          </a:r>
          <a:r>
            <a:rPr lang="es-CR" sz="1400" kern="1200" noProof="0" dirty="0"/>
            <a:t>-</a:t>
          </a:r>
          <a:r>
            <a:rPr lang="es-CR" sz="1400" kern="1200" noProof="0" dirty="0" err="1"/>
            <a:t>loop</a:t>
          </a:r>
          <a:endParaRPr lang="es-CR" sz="1400" kern="1200" noProof="0" dirty="0"/>
        </a:p>
      </dsp:txBody>
      <dsp:txXfrm>
        <a:off x="1505274" y="507130"/>
        <a:ext cx="1886827" cy="575252"/>
      </dsp:txXfrm>
    </dsp:sp>
    <dsp:sp modelId="{CFC4C47B-FC51-4A37-B1ED-A98C02015B25}">
      <dsp:nvSpPr>
        <dsp:cNvPr id="0" name=""/>
        <dsp:cNvSpPr/>
      </dsp:nvSpPr>
      <dsp:spPr>
        <a:xfrm>
          <a:off x="1505274" y="1226195"/>
          <a:ext cx="1886827" cy="5752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noProof="0" dirty="0"/>
            <a:t>Agente virtual inteligente</a:t>
          </a:r>
        </a:p>
      </dsp:txBody>
      <dsp:txXfrm>
        <a:off x="1505274" y="1226195"/>
        <a:ext cx="1886827" cy="575252"/>
      </dsp:txXfrm>
    </dsp:sp>
    <dsp:sp modelId="{71E39068-D9A8-42F2-9944-E0A96C729159}">
      <dsp:nvSpPr>
        <dsp:cNvPr id="0" name=""/>
        <dsp:cNvSpPr/>
      </dsp:nvSpPr>
      <dsp:spPr>
        <a:xfrm>
          <a:off x="1505274" y="1945260"/>
          <a:ext cx="1886827" cy="5752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noProof="0" dirty="0"/>
            <a:t>Evaluación exploratoria experimental</a:t>
          </a:r>
        </a:p>
      </dsp:txBody>
      <dsp:txXfrm>
        <a:off x="1505274" y="1945260"/>
        <a:ext cx="1886827" cy="5752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8DEF67-AE99-4E6A-84E7-50D98D5861D5}">
      <dsp:nvSpPr>
        <dsp:cNvPr id="0" name=""/>
        <dsp:cNvSpPr/>
      </dsp:nvSpPr>
      <dsp:spPr>
        <a:xfrm rot="5400000">
          <a:off x="4305893" y="-2768210"/>
          <a:ext cx="1012774" cy="6551173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597" tIns="100040" rIns="85597" bIns="10004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800" kern="1200" noProof="0" dirty="0"/>
            <a:t>RQ1</a:t>
          </a:r>
        </a:p>
      </dsp:txBody>
      <dsp:txXfrm rot="16200000">
        <a:off x="29663" y="30651"/>
        <a:ext cx="1587910" cy="953448"/>
      </dsp:txXfrm>
    </dsp:sp>
    <dsp:sp modelId="{D12CB92E-1639-4C49-A20B-C6CD0B485E47}">
      <dsp:nvSpPr>
        <dsp:cNvPr id="0" name=""/>
        <dsp:cNvSpPr/>
      </dsp:nvSpPr>
      <dsp:spPr>
        <a:xfrm>
          <a:off x="1617573" y="988"/>
          <a:ext cx="6470294" cy="101277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955" tIns="100040" rIns="136955" bIns="1000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b="0" kern="1200" noProof="0" dirty="0"/>
            <a:t>¿Cómo difiere la </a:t>
          </a:r>
          <a:r>
            <a:rPr lang="es-CR" sz="1400" b="1" kern="1200" noProof="0" dirty="0"/>
            <a:t>cobertura</a:t>
          </a:r>
          <a:r>
            <a:rPr lang="es-CR" sz="1400" b="0" kern="1200" noProof="0" dirty="0"/>
            <a:t> observada de los requisitos de seguridad entre el grupo control y el grupo experimental?</a:t>
          </a:r>
        </a:p>
      </dsp:txBody>
      <dsp:txXfrm>
        <a:off x="1617573" y="988"/>
        <a:ext cx="6470294" cy="1012774"/>
      </dsp:txXfrm>
    </dsp:sp>
    <dsp:sp modelId="{7DA81A83-877D-4E84-BFBA-7E38455D72E5}">
      <dsp:nvSpPr>
        <dsp:cNvPr id="0" name=""/>
        <dsp:cNvSpPr/>
      </dsp:nvSpPr>
      <dsp:spPr>
        <a:xfrm rot="16200000">
          <a:off x="302399" y="-301411"/>
          <a:ext cx="1012774" cy="1617573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97" tIns="100040" rIns="85597" bIns="10004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800" kern="1200" noProof="0" dirty="0"/>
            <a:t>RQ1</a:t>
          </a:r>
        </a:p>
      </dsp:txBody>
      <dsp:txXfrm rot="5400000">
        <a:off x="29663" y="30651"/>
        <a:ext cx="1587910" cy="953448"/>
      </dsp:txXfrm>
    </dsp:sp>
    <dsp:sp modelId="{A1F5F12B-F5C4-4ABC-801B-8028656021BA}">
      <dsp:nvSpPr>
        <dsp:cNvPr id="0" name=""/>
        <dsp:cNvSpPr/>
      </dsp:nvSpPr>
      <dsp:spPr>
        <a:xfrm rot="5400000">
          <a:off x="4305893" y="-1694669"/>
          <a:ext cx="1012774" cy="6551173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597" tIns="100040" rIns="85597" bIns="10004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800" kern="1200" noProof="0" dirty="0"/>
            <a:t>RQ2</a:t>
          </a:r>
        </a:p>
      </dsp:txBody>
      <dsp:txXfrm rot="16200000">
        <a:off x="29663" y="1104193"/>
        <a:ext cx="1587910" cy="953448"/>
      </dsp:txXfrm>
    </dsp:sp>
    <dsp:sp modelId="{185E59E0-E584-409C-A9AD-00FDBD02F40C}">
      <dsp:nvSpPr>
        <dsp:cNvPr id="0" name=""/>
        <dsp:cNvSpPr/>
      </dsp:nvSpPr>
      <dsp:spPr>
        <a:xfrm>
          <a:off x="1617573" y="1074529"/>
          <a:ext cx="6470294" cy="101277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955" tIns="100040" rIns="136955" bIns="1000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b="0" kern="1200" noProof="0" dirty="0"/>
            <a:t>¿Cómo difiere la </a:t>
          </a:r>
          <a:r>
            <a:rPr lang="es-CR" sz="1400" b="1" kern="1200" noProof="0" dirty="0"/>
            <a:t>relevancia</a:t>
          </a:r>
          <a:r>
            <a:rPr lang="es-CR" sz="1400" b="0" kern="1200" noProof="0" dirty="0"/>
            <a:t> observada de los requisitos de seguridad entre el grupo control y el grupo experimental?</a:t>
          </a:r>
        </a:p>
      </dsp:txBody>
      <dsp:txXfrm>
        <a:off x="1617573" y="1074529"/>
        <a:ext cx="6470294" cy="1012774"/>
      </dsp:txXfrm>
    </dsp:sp>
    <dsp:sp modelId="{4379FC02-4A62-47BF-A006-DDF1215D5DF5}">
      <dsp:nvSpPr>
        <dsp:cNvPr id="0" name=""/>
        <dsp:cNvSpPr/>
      </dsp:nvSpPr>
      <dsp:spPr>
        <a:xfrm rot="16200000">
          <a:off x="302399" y="772130"/>
          <a:ext cx="1012774" cy="1617573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97" tIns="100040" rIns="85597" bIns="10004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800" kern="1200" noProof="0" dirty="0"/>
            <a:t>RQ2</a:t>
          </a:r>
        </a:p>
      </dsp:txBody>
      <dsp:txXfrm rot="5400000">
        <a:off x="29663" y="1104193"/>
        <a:ext cx="1587910" cy="953448"/>
      </dsp:txXfrm>
    </dsp:sp>
    <dsp:sp modelId="{07D94BDE-E6E6-4477-8EAF-AAFD5E0F418D}">
      <dsp:nvSpPr>
        <dsp:cNvPr id="0" name=""/>
        <dsp:cNvSpPr/>
      </dsp:nvSpPr>
      <dsp:spPr>
        <a:xfrm rot="5400000">
          <a:off x="4305893" y="-621128"/>
          <a:ext cx="1012774" cy="6551173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597" tIns="100040" rIns="85597" bIns="10004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800" kern="1200" noProof="0" dirty="0"/>
            <a:t>RQ3</a:t>
          </a:r>
        </a:p>
      </dsp:txBody>
      <dsp:txXfrm rot="16200000">
        <a:off x="29663" y="2177734"/>
        <a:ext cx="1587910" cy="953448"/>
      </dsp:txXfrm>
    </dsp:sp>
    <dsp:sp modelId="{052E2604-6BF7-45C5-9B04-DEE610110567}">
      <dsp:nvSpPr>
        <dsp:cNvPr id="0" name=""/>
        <dsp:cNvSpPr/>
      </dsp:nvSpPr>
      <dsp:spPr>
        <a:xfrm>
          <a:off x="1617573" y="2148070"/>
          <a:ext cx="6470294" cy="101277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955" tIns="100040" rIns="136955" bIns="1000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b="0" kern="1200" noProof="0" dirty="0"/>
            <a:t>¿Qué nivel de </a:t>
          </a:r>
          <a:r>
            <a:rPr lang="es-CR" sz="1400" b="1" kern="1200" noProof="0" dirty="0"/>
            <a:t>satisfacción</a:t>
          </a:r>
          <a:r>
            <a:rPr lang="es-CR" sz="1400" b="0" kern="1200" noProof="0" dirty="0"/>
            <a:t> perciben los participantes después de interactuar con el agente virtual inteligente?</a:t>
          </a:r>
        </a:p>
      </dsp:txBody>
      <dsp:txXfrm>
        <a:off x="1617573" y="2148070"/>
        <a:ext cx="6470294" cy="1012774"/>
      </dsp:txXfrm>
    </dsp:sp>
    <dsp:sp modelId="{B64193B3-9C68-4F4D-A8E0-E8F1C315CB40}">
      <dsp:nvSpPr>
        <dsp:cNvPr id="0" name=""/>
        <dsp:cNvSpPr/>
      </dsp:nvSpPr>
      <dsp:spPr>
        <a:xfrm rot="16200000">
          <a:off x="302399" y="1845671"/>
          <a:ext cx="1012774" cy="1617573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97" tIns="100040" rIns="85597" bIns="10004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800" kern="1200" noProof="0" dirty="0"/>
            <a:t>RQ3</a:t>
          </a:r>
        </a:p>
      </dsp:txBody>
      <dsp:txXfrm rot="5400000">
        <a:off x="29663" y="2177734"/>
        <a:ext cx="1587910" cy="9534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296C6C-8A01-4349-A900-5A1454F5CE16}">
      <dsp:nvSpPr>
        <dsp:cNvPr id="0" name=""/>
        <dsp:cNvSpPr/>
      </dsp:nvSpPr>
      <dsp:spPr>
        <a:xfrm rot="5400000">
          <a:off x="2240609" y="-554863"/>
          <a:ext cx="1220544" cy="268318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700" kern="1200" noProof="0" dirty="0"/>
            <a:t>Generación automática mediante LLM
Sin interacción humana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700" kern="1200" noProof="0" dirty="0"/>
            <a:t>Resultados previos</a:t>
          </a:r>
        </a:p>
      </dsp:txBody>
      <dsp:txXfrm rot="-5400000">
        <a:off x="1509290" y="236038"/>
        <a:ext cx="2623600" cy="1101380"/>
      </dsp:txXfrm>
    </dsp:sp>
    <dsp:sp modelId="{641669A5-88AE-4EDB-82D5-386F06C3352C}">
      <dsp:nvSpPr>
        <dsp:cNvPr id="0" name=""/>
        <dsp:cNvSpPr/>
      </dsp:nvSpPr>
      <dsp:spPr>
        <a:xfrm>
          <a:off x="0" y="38"/>
          <a:ext cx="1509290" cy="152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600" kern="1200" noProof="0" dirty="0"/>
            <a:t>Grupo control (UCR26)</a:t>
          </a:r>
        </a:p>
      </dsp:txBody>
      <dsp:txXfrm>
        <a:off x="73677" y="73715"/>
        <a:ext cx="1361936" cy="1378326"/>
      </dsp:txXfrm>
    </dsp:sp>
    <dsp:sp modelId="{507308F6-E3DE-4A87-9826-2BB2ADDF8D34}">
      <dsp:nvSpPr>
        <dsp:cNvPr id="0" name=""/>
        <dsp:cNvSpPr/>
      </dsp:nvSpPr>
      <dsp:spPr>
        <a:xfrm rot="5400000">
          <a:off x="2240609" y="1023251"/>
          <a:ext cx="1220544" cy="268318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R" sz="1600" kern="1200" noProof="0" dirty="0"/>
            <a:t>Generación automática mediante agente virtual
Human-in-</a:t>
          </a:r>
          <a:r>
            <a:rPr lang="es-CR" sz="1600" kern="1200" noProof="0" dirty="0" err="1"/>
            <a:t>the</a:t>
          </a:r>
          <a:r>
            <a:rPr lang="es-CR" sz="1600" kern="1200" noProof="0" dirty="0"/>
            <a:t>-</a:t>
          </a:r>
          <a:r>
            <a:rPr lang="es-CR" sz="1600" kern="1200" noProof="0" dirty="0" err="1"/>
            <a:t>loop</a:t>
          </a:r>
          <a:endParaRPr lang="es-CR" sz="16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R" sz="1600" kern="1200" noProof="0" dirty="0"/>
            <a:t>4 Participantes</a:t>
          </a:r>
        </a:p>
      </dsp:txBody>
      <dsp:txXfrm rot="-5400000">
        <a:off x="1509290" y="1814152"/>
        <a:ext cx="2623600" cy="1101380"/>
      </dsp:txXfrm>
    </dsp:sp>
    <dsp:sp modelId="{5AF72581-4A0A-4611-8BB0-9E3A8618BAE4}">
      <dsp:nvSpPr>
        <dsp:cNvPr id="0" name=""/>
        <dsp:cNvSpPr/>
      </dsp:nvSpPr>
      <dsp:spPr>
        <a:xfrm>
          <a:off x="0" y="1602002"/>
          <a:ext cx="1509290" cy="152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600" kern="1200" noProof="0" dirty="0"/>
            <a:t>Grupo experimental (UCR27)</a:t>
          </a:r>
        </a:p>
      </dsp:txBody>
      <dsp:txXfrm>
        <a:off x="73677" y="1675679"/>
        <a:ext cx="1361936" cy="13783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286B12-76A5-4285-937D-992C932C35FA}">
      <dsp:nvSpPr>
        <dsp:cNvPr id="0" name=""/>
        <dsp:cNvSpPr/>
      </dsp:nvSpPr>
      <dsp:spPr>
        <a:xfrm rot="5400000">
          <a:off x="4259138" y="-1742707"/>
          <a:ext cx="666811" cy="432239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R" sz="1200" kern="1200" noProof="0" dirty="0"/>
            <a:t>Una única ejecución experimental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R" sz="1200" kern="1200" noProof="0" dirty="0"/>
            <a:t>Variabilidad no determinística del LLM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R" sz="1200" kern="1200" noProof="0" dirty="0"/>
            <a:t>Diferencias en experiencia de participantes</a:t>
          </a:r>
        </a:p>
      </dsp:txBody>
      <dsp:txXfrm rot="-5400000">
        <a:off x="2431347" y="117635"/>
        <a:ext cx="4289843" cy="601709"/>
      </dsp:txXfrm>
    </dsp:sp>
    <dsp:sp modelId="{B664DF37-70ED-4012-8968-3C819CB42EEE}">
      <dsp:nvSpPr>
        <dsp:cNvPr id="0" name=""/>
        <dsp:cNvSpPr/>
      </dsp:nvSpPr>
      <dsp:spPr>
        <a:xfrm>
          <a:off x="0" y="1732"/>
          <a:ext cx="2431346" cy="833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b="0" kern="1200" noProof="0" dirty="0"/>
            <a:t>Validez interna</a:t>
          </a:r>
        </a:p>
      </dsp:txBody>
      <dsp:txXfrm>
        <a:off x="40689" y="42421"/>
        <a:ext cx="2349968" cy="752135"/>
      </dsp:txXfrm>
    </dsp:sp>
    <dsp:sp modelId="{3251E62D-49A6-43AA-AD6B-DF80F3786915}">
      <dsp:nvSpPr>
        <dsp:cNvPr id="0" name=""/>
        <dsp:cNvSpPr/>
      </dsp:nvSpPr>
      <dsp:spPr>
        <a:xfrm rot="5400000">
          <a:off x="4259138" y="-867517"/>
          <a:ext cx="666811" cy="432239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Muestra pequeña y por conveniencia
Participantes de un único contexto universitario</a:t>
          </a:r>
        </a:p>
      </dsp:txBody>
      <dsp:txXfrm rot="-5400000">
        <a:off x="2431347" y="992825"/>
        <a:ext cx="4289843" cy="601709"/>
      </dsp:txXfrm>
    </dsp:sp>
    <dsp:sp modelId="{32C5A96E-4D34-4497-878F-2D22FD782547}">
      <dsp:nvSpPr>
        <dsp:cNvPr id="0" name=""/>
        <dsp:cNvSpPr/>
      </dsp:nvSpPr>
      <dsp:spPr>
        <a:xfrm>
          <a:off x="0" y="876922"/>
          <a:ext cx="2431346" cy="833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b="0" kern="1200" noProof="0" dirty="0"/>
            <a:t>Validez externa</a:t>
          </a:r>
        </a:p>
      </dsp:txBody>
      <dsp:txXfrm>
        <a:off x="40689" y="917611"/>
        <a:ext cx="2349968" cy="752135"/>
      </dsp:txXfrm>
    </dsp:sp>
    <dsp:sp modelId="{4D4B051A-9F92-4514-BCE0-E1907FEAE17D}">
      <dsp:nvSpPr>
        <dsp:cNvPr id="0" name=""/>
        <dsp:cNvSpPr/>
      </dsp:nvSpPr>
      <dsp:spPr>
        <a:xfrm rot="5400000">
          <a:off x="4259138" y="7672"/>
          <a:ext cx="666811" cy="432239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R" sz="1500" kern="1200" noProof="0" dirty="0"/>
            <a:t>Dependencia del </a:t>
          </a:r>
          <a:r>
            <a:rPr lang="es-CR" sz="1500" kern="1200" noProof="0" dirty="0" err="1"/>
            <a:t>oracle</a:t>
          </a:r>
          <a:r>
            <a:rPr lang="es-CR" sz="1500" kern="1200" noProof="0" dirty="0"/>
            <a:t> para evaluar calidad
Posible subjetividad o incompletitud del </a:t>
          </a:r>
          <a:r>
            <a:rPr lang="es-CR" sz="1500" kern="1200" noProof="0" dirty="0" err="1"/>
            <a:t>oracle</a:t>
          </a:r>
          <a:endParaRPr lang="es-CR" sz="1500" kern="1200" noProof="0" dirty="0"/>
        </a:p>
      </dsp:txBody>
      <dsp:txXfrm rot="-5400000">
        <a:off x="2431347" y="1868015"/>
        <a:ext cx="4289843" cy="601709"/>
      </dsp:txXfrm>
    </dsp:sp>
    <dsp:sp modelId="{15E14179-B61E-4742-8743-0DEE6E700B60}">
      <dsp:nvSpPr>
        <dsp:cNvPr id="0" name=""/>
        <dsp:cNvSpPr/>
      </dsp:nvSpPr>
      <dsp:spPr>
        <a:xfrm>
          <a:off x="0" y="1752112"/>
          <a:ext cx="2431346" cy="833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b="0" kern="1200" noProof="0" dirty="0"/>
            <a:t>Validez de constructo</a:t>
          </a:r>
        </a:p>
      </dsp:txBody>
      <dsp:txXfrm>
        <a:off x="40689" y="1792801"/>
        <a:ext cx="2349968" cy="752135"/>
      </dsp:txXfrm>
    </dsp:sp>
    <dsp:sp modelId="{12EDCA59-409D-4F30-89E4-1DF91CB5E732}">
      <dsp:nvSpPr>
        <dsp:cNvPr id="0" name=""/>
        <dsp:cNvSpPr/>
      </dsp:nvSpPr>
      <dsp:spPr>
        <a:xfrm rot="5400000">
          <a:off x="4259138" y="882861"/>
          <a:ext cx="666811" cy="432239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R" sz="1500" kern="1200" noProof="0" dirty="0"/>
            <a:t>Tamaño de muestra reducido
Sin pruebas estadísticas inferenciales</a:t>
          </a:r>
        </a:p>
      </dsp:txBody>
      <dsp:txXfrm rot="-5400000">
        <a:off x="2431347" y="2743204"/>
        <a:ext cx="4289843" cy="601709"/>
      </dsp:txXfrm>
    </dsp:sp>
    <dsp:sp modelId="{C83A2D43-2D6B-41E5-B5CF-173F80E4014A}">
      <dsp:nvSpPr>
        <dsp:cNvPr id="0" name=""/>
        <dsp:cNvSpPr/>
      </dsp:nvSpPr>
      <dsp:spPr>
        <a:xfrm>
          <a:off x="0" y="2627302"/>
          <a:ext cx="2431346" cy="833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b="0" kern="1200" noProof="0" dirty="0"/>
            <a:t>Validez de conclusión</a:t>
          </a:r>
        </a:p>
      </dsp:txBody>
      <dsp:txXfrm>
        <a:off x="40689" y="2667991"/>
        <a:ext cx="2349968" cy="7521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156BA7-3FF8-417F-9D26-4244DA70D40E}">
      <dsp:nvSpPr>
        <dsp:cNvPr id="0" name=""/>
        <dsp:cNvSpPr/>
      </dsp:nvSpPr>
      <dsp:spPr>
        <a:xfrm>
          <a:off x="0" y="2465020"/>
          <a:ext cx="6443472" cy="5392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Debido</a:t>
          </a:r>
          <a:r>
            <a:rPr lang="en-US" sz="1300" kern="1200" dirty="0"/>
            <a:t> al </a:t>
          </a:r>
          <a:r>
            <a:rPr lang="en-US" sz="1300" kern="1200" dirty="0" err="1"/>
            <a:t>carácter</a:t>
          </a:r>
          <a:r>
            <a:rPr lang="en-US" sz="1300" kern="1200" dirty="0"/>
            <a:t> </a:t>
          </a:r>
          <a:r>
            <a:rPr lang="en-US" sz="1300" kern="1200" dirty="0" err="1"/>
            <a:t>exploratorio</a:t>
          </a:r>
          <a:r>
            <a:rPr lang="en-US" sz="1300" kern="1200" dirty="0"/>
            <a:t> del </a:t>
          </a:r>
          <a:r>
            <a:rPr lang="en-US" sz="1300" kern="1200" dirty="0" err="1"/>
            <a:t>estudio</a:t>
          </a:r>
          <a:r>
            <a:rPr lang="en-US" sz="1300" kern="1200" dirty="0"/>
            <a:t>, </a:t>
          </a:r>
          <a:r>
            <a:rPr lang="en-US" sz="1300" kern="1200" dirty="0" err="1"/>
            <a:t>los</a:t>
          </a:r>
          <a:r>
            <a:rPr lang="en-US" sz="1300" kern="1200" dirty="0"/>
            <a:t> </a:t>
          </a:r>
          <a:r>
            <a:rPr lang="en-US" sz="1300" kern="1200" dirty="0" err="1"/>
            <a:t>resultados</a:t>
          </a:r>
          <a:r>
            <a:rPr lang="en-US" sz="1300" kern="1200" dirty="0"/>
            <a:t> </a:t>
          </a:r>
          <a:r>
            <a:rPr lang="en-US" sz="1300" kern="1200" dirty="0" err="1"/>
            <a:t>deben</a:t>
          </a:r>
          <a:r>
            <a:rPr lang="en-US" sz="1300" kern="1200" dirty="0"/>
            <a:t> </a:t>
          </a:r>
          <a:r>
            <a:rPr lang="en-US" sz="1300" kern="1200" dirty="0" err="1"/>
            <a:t>interpretarse</a:t>
          </a:r>
          <a:r>
            <a:rPr lang="en-US" sz="1300" kern="1200" dirty="0"/>
            <a:t> </a:t>
          </a:r>
          <a:r>
            <a:rPr lang="en-US" sz="1300" kern="1200" dirty="0" err="1"/>
            <a:t>como</a:t>
          </a:r>
          <a:r>
            <a:rPr lang="en-US" sz="1300" kern="1200" dirty="0"/>
            <a:t> </a:t>
          </a:r>
          <a:r>
            <a:rPr lang="en-US" sz="1300" kern="1200" dirty="0" err="1"/>
            <a:t>evidencia</a:t>
          </a:r>
          <a:r>
            <a:rPr lang="en-US" sz="1300" kern="1200" dirty="0"/>
            <a:t> </a:t>
          </a:r>
          <a:r>
            <a:rPr lang="en-US" sz="1300" kern="1200" dirty="0" err="1"/>
            <a:t>descriptiva</a:t>
          </a:r>
          <a:r>
            <a:rPr lang="en-US" sz="1300" kern="1200" dirty="0"/>
            <a:t> </a:t>
          </a:r>
          <a:r>
            <a:rPr lang="en-US" sz="1300" kern="1200" dirty="0" err="1"/>
            <a:t>preliminar</a:t>
          </a:r>
          <a:r>
            <a:rPr lang="en-US" sz="1300" kern="1200" dirty="0"/>
            <a:t>.</a:t>
          </a:r>
        </a:p>
      </dsp:txBody>
      <dsp:txXfrm>
        <a:off x="0" y="2465020"/>
        <a:ext cx="6443472" cy="539286"/>
      </dsp:txXfrm>
    </dsp:sp>
    <dsp:sp modelId="{C79ECDA6-AA46-4ECD-9194-F0B052B68492}">
      <dsp:nvSpPr>
        <dsp:cNvPr id="0" name=""/>
        <dsp:cNvSpPr/>
      </dsp:nvSpPr>
      <dsp:spPr>
        <a:xfrm rot="10800000">
          <a:off x="0" y="1643687"/>
          <a:ext cx="6443472" cy="82942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300" kern="1200" dirty="0"/>
            <a:t>Los </a:t>
          </a:r>
          <a:r>
            <a:rPr lang="en-US" sz="1300" kern="1200" dirty="0" err="1"/>
            <a:t>participantes</a:t>
          </a:r>
          <a:r>
            <a:rPr lang="en-US" sz="1300" kern="1200" dirty="0"/>
            <a:t> </a:t>
          </a:r>
          <a:r>
            <a:rPr lang="en-US" sz="1300" kern="1200" dirty="0" err="1"/>
            <a:t>reportaron</a:t>
          </a:r>
          <a:r>
            <a:rPr lang="en-US" sz="1300" kern="1200" dirty="0"/>
            <a:t> </a:t>
          </a:r>
          <a:r>
            <a:rPr lang="en-US" sz="1300" kern="1200" dirty="0" err="1"/>
            <a:t>una</a:t>
          </a:r>
          <a:r>
            <a:rPr lang="en-US" sz="1300" kern="1200" dirty="0"/>
            <a:t> </a:t>
          </a:r>
          <a:r>
            <a:rPr lang="en-US" sz="1300" kern="1200" dirty="0" err="1"/>
            <a:t>percepción</a:t>
          </a:r>
          <a:r>
            <a:rPr lang="en-US" sz="1300" kern="1200" dirty="0"/>
            <a:t> de </a:t>
          </a:r>
          <a:r>
            <a:rPr lang="en-US" sz="1300" kern="1200" dirty="0" err="1"/>
            <a:t>usabilidad</a:t>
          </a:r>
          <a:r>
            <a:rPr lang="en-US" sz="1300" kern="1200" dirty="0"/>
            <a:t> </a:t>
          </a:r>
          <a:r>
            <a:rPr lang="en-US" sz="1300" kern="1200" dirty="0" err="1"/>
            <a:t>generalmente</a:t>
          </a:r>
          <a:r>
            <a:rPr lang="en-US" sz="1300" kern="1200" dirty="0"/>
            <a:t> </a:t>
          </a:r>
          <a:r>
            <a:rPr lang="en-US" sz="1300" kern="1200" dirty="0" err="1"/>
            <a:t>aceptable</a:t>
          </a:r>
          <a:r>
            <a:rPr lang="en-US" sz="1300" kern="1200" dirty="0"/>
            <a:t> del </a:t>
          </a:r>
          <a:r>
            <a:rPr lang="en-US" sz="1300" kern="1200" dirty="0" err="1"/>
            <a:t>agente</a:t>
          </a:r>
          <a:r>
            <a:rPr lang="en-US" sz="1300" kern="1200" dirty="0"/>
            <a:t> virtual.</a:t>
          </a:r>
          <a:endParaRPr lang="es-CR" sz="1300" kern="1200" noProof="0" dirty="0"/>
        </a:p>
      </dsp:txBody>
      <dsp:txXfrm rot="10800000">
        <a:off x="0" y="1643687"/>
        <a:ext cx="6443472" cy="538934"/>
      </dsp:txXfrm>
    </dsp:sp>
    <dsp:sp modelId="{30E4E2C2-5771-4312-8AEA-3B3B34E3C696}">
      <dsp:nvSpPr>
        <dsp:cNvPr id="0" name=""/>
        <dsp:cNvSpPr/>
      </dsp:nvSpPr>
      <dsp:spPr>
        <a:xfrm rot="10800000">
          <a:off x="0" y="822354"/>
          <a:ext cx="6443472" cy="82942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La </a:t>
          </a:r>
          <a:r>
            <a:rPr lang="en-US" sz="1300" kern="1200" dirty="0" err="1"/>
            <a:t>condición</a:t>
          </a:r>
          <a:r>
            <a:rPr lang="en-US" sz="1300" kern="1200" dirty="0"/>
            <a:t> experimental </a:t>
          </a:r>
          <a:r>
            <a:rPr lang="en-US" sz="1300" kern="1200" dirty="0" err="1"/>
            <a:t>presentó</a:t>
          </a:r>
          <a:r>
            <a:rPr lang="en-US" sz="1300" kern="1200" dirty="0"/>
            <a:t> mayor </a:t>
          </a:r>
          <a:r>
            <a:rPr lang="en-US" sz="1300" kern="1200" dirty="0" err="1"/>
            <a:t>cobertura</a:t>
          </a:r>
          <a:r>
            <a:rPr lang="en-US" sz="1300" kern="1200" dirty="0"/>
            <a:t> </a:t>
          </a:r>
          <a:r>
            <a:rPr lang="en-US" sz="1300" kern="1200" dirty="0" err="1"/>
            <a:t>observada</a:t>
          </a:r>
          <a:r>
            <a:rPr lang="en-US" sz="1300" kern="1200" dirty="0"/>
            <a:t> y </a:t>
          </a:r>
          <a:r>
            <a:rPr lang="en-US" sz="1300" kern="1200" dirty="0" err="1"/>
            <a:t>menor</a:t>
          </a:r>
          <a:r>
            <a:rPr lang="en-US" sz="1300" kern="1200" dirty="0"/>
            <a:t> </a:t>
          </a:r>
          <a:r>
            <a:rPr lang="en-US" sz="1300" kern="1200" dirty="0" err="1"/>
            <a:t>pertinencia</a:t>
          </a:r>
          <a:r>
            <a:rPr lang="en-US" sz="1300" kern="1200" dirty="0"/>
            <a:t> </a:t>
          </a:r>
          <a:r>
            <a:rPr lang="en-US" sz="1300" kern="1200" dirty="0" err="1"/>
            <a:t>observada</a:t>
          </a:r>
          <a:r>
            <a:rPr lang="en-US" sz="1300" kern="1200" dirty="0"/>
            <a:t> </a:t>
          </a:r>
          <a:r>
            <a:rPr lang="en-US" sz="1300" kern="1200" dirty="0" err="1"/>
            <a:t>respecto</a:t>
          </a:r>
          <a:r>
            <a:rPr lang="en-US" sz="1300" kern="1200" dirty="0"/>
            <a:t> al </a:t>
          </a:r>
          <a:r>
            <a:rPr lang="en-US" sz="1300" kern="1200" dirty="0" err="1"/>
            <a:t>grupo</a:t>
          </a:r>
          <a:r>
            <a:rPr lang="en-US" sz="1300" kern="1200" dirty="0"/>
            <a:t> control.</a:t>
          </a:r>
          <a:endParaRPr lang="es-CR" sz="1300" kern="1200" noProof="0" dirty="0"/>
        </a:p>
      </dsp:txBody>
      <dsp:txXfrm rot="10800000">
        <a:off x="0" y="822354"/>
        <a:ext cx="6443472" cy="538934"/>
      </dsp:txXfrm>
    </dsp:sp>
    <dsp:sp modelId="{DB725AE1-56A3-4DFE-B233-073836774C97}">
      <dsp:nvSpPr>
        <dsp:cNvPr id="0" name=""/>
        <dsp:cNvSpPr/>
      </dsp:nvSpPr>
      <dsp:spPr>
        <a:xfrm rot="10800000">
          <a:off x="0" y="1021"/>
          <a:ext cx="6443472" cy="82942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Se </a:t>
          </a:r>
          <a:r>
            <a:rPr lang="en-US" sz="1300" kern="1200" dirty="0" err="1"/>
            <a:t>observaron</a:t>
          </a:r>
          <a:r>
            <a:rPr lang="en-US" sz="1300" kern="1200" dirty="0"/>
            <a:t> </a:t>
          </a:r>
          <a:r>
            <a:rPr lang="en-US" sz="1300" kern="1200" dirty="0" err="1"/>
            <a:t>diferencias</a:t>
          </a:r>
          <a:r>
            <a:rPr lang="en-US" sz="1300" kern="1200" dirty="0"/>
            <a:t> </a:t>
          </a:r>
          <a:r>
            <a:rPr lang="en-US" sz="1300" kern="1200" dirty="0" err="1"/>
            <a:t>descriptivas</a:t>
          </a:r>
          <a:r>
            <a:rPr lang="en-US" sz="1300" kern="1200" dirty="0"/>
            <a:t> entre </a:t>
          </a:r>
          <a:r>
            <a:rPr lang="en-US" sz="1300" kern="1200" dirty="0" err="1"/>
            <a:t>el</a:t>
          </a:r>
          <a:r>
            <a:rPr lang="en-US" sz="1300" kern="1200" dirty="0"/>
            <a:t> </a:t>
          </a:r>
          <a:r>
            <a:rPr lang="en-US" sz="1300" kern="1200" dirty="0" err="1"/>
            <a:t>enfoque</a:t>
          </a:r>
          <a:r>
            <a:rPr lang="en-US" sz="1300" kern="1200" dirty="0"/>
            <a:t> </a:t>
          </a:r>
          <a:r>
            <a:rPr lang="en-US" sz="1300" kern="1200" dirty="0" err="1"/>
            <a:t>automatizado</a:t>
          </a:r>
          <a:r>
            <a:rPr lang="en-US" sz="1300" kern="1200" dirty="0"/>
            <a:t> y </a:t>
          </a:r>
          <a:r>
            <a:rPr lang="en-US" sz="1300" kern="1200" dirty="0" err="1"/>
            <a:t>el</a:t>
          </a:r>
          <a:r>
            <a:rPr lang="en-US" sz="1300" kern="1200" dirty="0"/>
            <a:t> </a:t>
          </a:r>
          <a:r>
            <a:rPr lang="en-US" sz="1300" kern="1200" dirty="0" err="1"/>
            <a:t>enfoque</a:t>
          </a:r>
          <a:r>
            <a:rPr lang="en-US" sz="1300" kern="1200" dirty="0"/>
            <a:t> human-in-the-loop.</a:t>
          </a:r>
          <a:endParaRPr lang="es-CR" sz="1300" kern="1200" noProof="0" dirty="0"/>
        </a:p>
      </dsp:txBody>
      <dsp:txXfrm rot="10800000">
        <a:off x="0" y="1021"/>
        <a:ext cx="6443472" cy="5389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4/layout/VerticalActionList">
  <dgm:title val=""/>
  <dgm:desc val=""/>
  <dgm:catLst>
    <dgm:cat type="list" pri="82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T"/>
          <dgm:param type="nodeHorzAlign" val="l"/>
        </dgm:alg>
      </dgm:if>
      <dgm:else name="dirRev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alg type="composite"/>
        <dgm:shape xmlns:r="http://schemas.openxmlformats.org/officeDocument/2006/relationships" r:blip="">
          <dgm:adjLst/>
        </dgm:shape>
        <dgm:presOf/>
        <dgm:choose name="compositeDir">
          <dgm:if name="compositeNorm" func="var" arg="dir" op="equ" val="norm">
            <dgm:constrLst>
              <dgm:constr type="l" for="ch" forName="bgOutline" refType="w" fact="0.19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 refType="w" fact="0.2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if>
          <dgm:else name="compositeRev">
            <dgm:constrLst>
              <dgm:constr type="l" for="ch" forName="bgOutline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 refType="w" fact="0.8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else>
        </dgm:choose>
        <dgm:ruleLst/>
        <dgm:layoutNode name="bgOutline" styleLbl="fgAcc1">
          <dgm:alg type="sp"/>
          <dgm:choose name="bgOutlineDir">
            <dgm:if name="bgOutlineNorm" func="var" arg="dir" op="equ" val="norm">
              <dgm:shape xmlns:r="http://schemas.openxmlformats.org/officeDocument/2006/relationships" rot="90" type="round2SameRect" r:blip="">
                <dgm:adjLst>
                  <dgm:adj idx="1" val="0.15"/>
                  <dgm:adj idx="2" val="0"/>
                </dgm:adjLst>
              </dgm:shape>
            </dgm:if>
            <dgm:else name="bgOutlineRev">
              <dgm:shape xmlns:r="http://schemas.openxmlformats.org/officeDocument/2006/relationships" rot="-90" type="round2SameRect" r:blip="">
                <dgm:adjLst>
                  <dgm:adj idx="1" val="0.15"/>
                  <dgm:adj idx="2" val="0"/>
                </dgm:adjLst>
              </dgm:shape>
            </dgm:else>
          </dgm:choose>
          <dgm:presOf axis="self"/>
          <dgm:constrLst/>
          <dgm:ruleLst/>
        </dgm:layoutNode>
        <dgm:layoutNode name="parentText" styleLbl="alignNode1">
          <dgm:varLst>
            <dgm:chMax val="1"/>
            <dgm:bulletEnabled/>
          </dgm:varLst>
          <dgm:alg type="tx">
            <dgm:param type="parTxLTRAlign" val="l"/>
            <dgm:param type="parTxRTLAlign" val="r"/>
          </dgm:alg>
          <dgm:choose name="parentShapeDir">
            <dgm:if name="parentShapeNorm" func="var" arg="dir" op="equ" val="norm">
              <dgm:shape xmlns:r="http://schemas.openxmlformats.org/officeDocument/2006/relationships" rot="-90" type="round2SameRect" r:blip="" zOrderOff="3">
                <dgm:adjLst>
                  <dgm:adj idx="1" val="0.1"/>
                </dgm:adjLst>
              </dgm:shape>
            </dgm:if>
            <dgm:else name="parentShapeRev">
              <dgm:shape xmlns:r="http://schemas.openxmlformats.org/officeDocument/2006/relationships" rot="90" type="round2SameRect" r:blip="" zOrderOff="3">
                <dgm:adjLst>
                  <dgm:adj idx="1" val="0.1"/>
                </dgm:adjLst>
              </dgm:shape>
            </dgm:else>
          </dgm:choos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8" fact="NaN" max="NaN"/>
          </dgm:ruleLst>
        </dgm:layoutNode>
        <dgm:layoutNode name="descendantText" styleLbl="revTx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" ptType="node"/>
          <dgm:constrLst>
            <dgm:constr type="primFontSz" val="24"/>
            <dgm:constr type="lMarg" refType="w" fact="0.06"/>
            <dgm:constr type="rMarg" refType="w" fact="0.06"/>
            <dgm:constr type="tMarg" refType="h" fact="0.28"/>
            <dgm:constr type="bMarg" refType="h" fact="0.28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R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E2A7EF1F-117D-D39E-9400-BD9DAE854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6797a4fc7_0_15:notes">
            <a:extLst>
              <a:ext uri="{FF2B5EF4-FFF2-40B4-BE49-F238E27FC236}">
                <a16:creationId xmlns:a16="http://schemas.microsoft.com/office/drawing/2014/main" id="{D6EFC811-9217-D82B-7F54-C5D0A8F79B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R"/>
          </a:p>
        </p:txBody>
      </p:sp>
      <p:sp>
        <p:nvSpPr>
          <p:cNvPr id="70" name="Google Shape;70;g2d6797a4fc7_0_15:notes">
            <a:extLst>
              <a:ext uri="{FF2B5EF4-FFF2-40B4-BE49-F238E27FC236}">
                <a16:creationId xmlns:a16="http://schemas.microsoft.com/office/drawing/2014/main" id="{44A62795-3C36-9C29-3292-DB310C8F0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7770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BB567BE-48BD-7644-44A9-90A1A6C40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6797a4fc7_0_15:notes">
            <a:extLst>
              <a:ext uri="{FF2B5EF4-FFF2-40B4-BE49-F238E27FC236}">
                <a16:creationId xmlns:a16="http://schemas.microsoft.com/office/drawing/2014/main" id="{F55B2343-BEAA-6467-884F-0B1116D924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R"/>
          </a:p>
        </p:txBody>
      </p:sp>
      <p:sp>
        <p:nvSpPr>
          <p:cNvPr id="70" name="Google Shape;70;g2d6797a4fc7_0_15:notes">
            <a:extLst>
              <a:ext uri="{FF2B5EF4-FFF2-40B4-BE49-F238E27FC236}">
                <a16:creationId xmlns:a16="http://schemas.microsoft.com/office/drawing/2014/main" id="{2D88857F-2C61-379C-AEFD-12691E50C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8814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8771766-F16F-2010-73C3-4D62C844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6797a4fc7_0_15:notes">
            <a:extLst>
              <a:ext uri="{FF2B5EF4-FFF2-40B4-BE49-F238E27FC236}">
                <a16:creationId xmlns:a16="http://schemas.microsoft.com/office/drawing/2014/main" id="{17358256-9E83-E933-144E-4EA0A9F773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R"/>
          </a:p>
        </p:txBody>
      </p:sp>
      <p:sp>
        <p:nvSpPr>
          <p:cNvPr id="70" name="Google Shape;70;g2d6797a4fc7_0_15:notes">
            <a:extLst>
              <a:ext uri="{FF2B5EF4-FFF2-40B4-BE49-F238E27FC236}">
                <a16:creationId xmlns:a16="http://schemas.microsoft.com/office/drawing/2014/main" id="{6AA3DE43-8B42-DA55-DF36-32163C0105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707798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671E29A1-5DB6-9A86-F9EC-9045AD5E3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d6797a4fc7_0_11:notes">
            <a:extLst>
              <a:ext uri="{FF2B5EF4-FFF2-40B4-BE49-F238E27FC236}">
                <a16:creationId xmlns:a16="http://schemas.microsoft.com/office/drawing/2014/main" id="{0B549B3C-776F-39E1-9D86-D9402DAAF9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R"/>
          </a:p>
        </p:txBody>
      </p:sp>
      <p:sp>
        <p:nvSpPr>
          <p:cNvPr id="65" name="Google Shape;65;g2d6797a4fc7_0_11:notes">
            <a:extLst>
              <a:ext uri="{FF2B5EF4-FFF2-40B4-BE49-F238E27FC236}">
                <a16:creationId xmlns:a16="http://schemas.microsoft.com/office/drawing/2014/main" id="{64CB7C63-AE01-590C-D34C-D67F57BDC8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62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E23BC9E-3766-4A6A-975B-ADCE62F7E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6797a4fc7_0_15:notes">
            <a:extLst>
              <a:ext uri="{FF2B5EF4-FFF2-40B4-BE49-F238E27FC236}">
                <a16:creationId xmlns:a16="http://schemas.microsoft.com/office/drawing/2014/main" id="{9AFDADB5-2938-3180-0FAE-D976044D50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R"/>
          </a:p>
        </p:txBody>
      </p:sp>
      <p:sp>
        <p:nvSpPr>
          <p:cNvPr id="70" name="Google Shape;70;g2d6797a4fc7_0_15:notes">
            <a:extLst>
              <a:ext uri="{FF2B5EF4-FFF2-40B4-BE49-F238E27FC236}">
                <a16:creationId xmlns:a16="http://schemas.microsoft.com/office/drawing/2014/main" id="{9EDBA0EA-CE5B-D9A5-A981-3FCEEBCF4B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369629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4713F64-CCB1-7222-5D8C-BB1277618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6797a4fc7_0_15:notes">
            <a:extLst>
              <a:ext uri="{FF2B5EF4-FFF2-40B4-BE49-F238E27FC236}">
                <a16:creationId xmlns:a16="http://schemas.microsoft.com/office/drawing/2014/main" id="{83F466B0-0847-304F-F339-5A318BE20A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R"/>
          </a:p>
        </p:txBody>
      </p:sp>
      <p:sp>
        <p:nvSpPr>
          <p:cNvPr id="70" name="Google Shape;70;g2d6797a4fc7_0_15:notes">
            <a:extLst>
              <a:ext uri="{FF2B5EF4-FFF2-40B4-BE49-F238E27FC236}">
                <a16:creationId xmlns:a16="http://schemas.microsoft.com/office/drawing/2014/main" id="{5DAA1A2A-B370-798D-4489-AA224ED59E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0062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62F0C1BC-816B-17C6-838D-15AC66E10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6797a4fc7_0_15:notes">
            <a:extLst>
              <a:ext uri="{FF2B5EF4-FFF2-40B4-BE49-F238E27FC236}">
                <a16:creationId xmlns:a16="http://schemas.microsoft.com/office/drawing/2014/main" id="{846C9D0D-7B99-0DEE-902E-FA98451D98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R"/>
          </a:p>
        </p:txBody>
      </p:sp>
      <p:sp>
        <p:nvSpPr>
          <p:cNvPr id="70" name="Google Shape;70;g2d6797a4fc7_0_15:notes">
            <a:extLst>
              <a:ext uri="{FF2B5EF4-FFF2-40B4-BE49-F238E27FC236}">
                <a16:creationId xmlns:a16="http://schemas.microsoft.com/office/drawing/2014/main" id="{D4B217A0-A937-FA1F-E2E6-3E63A779E5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777758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67309A7A-073A-73B9-4F42-61B6FF774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6797a4fc7_0_15:notes">
            <a:extLst>
              <a:ext uri="{FF2B5EF4-FFF2-40B4-BE49-F238E27FC236}">
                <a16:creationId xmlns:a16="http://schemas.microsoft.com/office/drawing/2014/main" id="{9E022B27-3388-A115-762D-69CFC2C771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R"/>
          </a:p>
        </p:txBody>
      </p:sp>
      <p:sp>
        <p:nvSpPr>
          <p:cNvPr id="70" name="Google Shape;70;g2d6797a4fc7_0_15:notes">
            <a:extLst>
              <a:ext uri="{FF2B5EF4-FFF2-40B4-BE49-F238E27FC236}">
                <a16:creationId xmlns:a16="http://schemas.microsoft.com/office/drawing/2014/main" id="{21B5C3EB-D3E1-4E04-8F5F-D557921B73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677836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28C7884-FB24-A789-9A8E-3891592E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6797a4fc7_0_15:notes">
            <a:extLst>
              <a:ext uri="{FF2B5EF4-FFF2-40B4-BE49-F238E27FC236}">
                <a16:creationId xmlns:a16="http://schemas.microsoft.com/office/drawing/2014/main" id="{A8D1AD89-0081-E575-1E47-59357389F9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R"/>
          </a:p>
        </p:txBody>
      </p:sp>
      <p:sp>
        <p:nvSpPr>
          <p:cNvPr id="70" name="Google Shape;70;g2d6797a4fc7_0_15:notes">
            <a:extLst>
              <a:ext uri="{FF2B5EF4-FFF2-40B4-BE49-F238E27FC236}">
                <a16:creationId xmlns:a16="http://schemas.microsoft.com/office/drawing/2014/main" id="{8A8BC3B8-568A-ABCE-79C3-6F88DC9641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33009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D6B744E6-8CD8-35CE-E1F3-218C3E398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d6797a4fc7_0_11:notes">
            <a:extLst>
              <a:ext uri="{FF2B5EF4-FFF2-40B4-BE49-F238E27FC236}">
                <a16:creationId xmlns:a16="http://schemas.microsoft.com/office/drawing/2014/main" id="{DFB53439-D757-0802-252C-2348DF5D0C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R"/>
          </a:p>
        </p:txBody>
      </p:sp>
      <p:sp>
        <p:nvSpPr>
          <p:cNvPr id="65" name="Google Shape;65;g2d6797a4fc7_0_11:notes">
            <a:extLst>
              <a:ext uri="{FF2B5EF4-FFF2-40B4-BE49-F238E27FC236}">
                <a16:creationId xmlns:a16="http://schemas.microsoft.com/office/drawing/2014/main" id="{E5554809-86C3-3B8B-B4F4-FA36152EC8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0410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64E25C7-9554-7B54-E461-BD30AE102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6797a4fc7_0_15:notes">
            <a:extLst>
              <a:ext uri="{FF2B5EF4-FFF2-40B4-BE49-F238E27FC236}">
                <a16:creationId xmlns:a16="http://schemas.microsoft.com/office/drawing/2014/main" id="{4202D100-E529-50DA-0964-449CE4A600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R"/>
          </a:p>
        </p:txBody>
      </p:sp>
      <p:sp>
        <p:nvSpPr>
          <p:cNvPr id="70" name="Google Shape;70;g2d6797a4fc7_0_15:notes">
            <a:extLst>
              <a:ext uri="{FF2B5EF4-FFF2-40B4-BE49-F238E27FC236}">
                <a16:creationId xmlns:a16="http://schemas.microsoft.com/office/drawing/2014/main" id="{18BA72A3-A3BA-6EFE-E08C-D66211B511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5312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36B8508-778F-C3B8-360F-2741E8CB0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6797a4fc7_0_15:notes">
            <a:extLst>
              <a:ext uri="{FF2B5EF4-FFF2-40B4-BE49-F238E27FC236}">
                <a16:creationId xmlns:a16="http://schemas.microsoft.com/office/drawing/2014/main" id="{BD51704E-DC92-ACBF-1361-4F6707393A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R"/>
          </a:p>
        </p:txBody>
      </p:sp>
      <p:sp>
        <p:nvSpPr>
          <p:cNvPr id="70" name="Google Shape;70;g2d6797a4fc7_0_15:notes">
            <a:extLst>
              <a:ext uri="{FF2B5EF4-FFF2-40B4-BE49-F238E27FC236}">
                <a16:creationId xmlns:a16="http://schemas.microsoft.com/office/drawing/2014/main" id="{3FD55538-8794-D668-D229-64F08BCAA2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6354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2968B20B-AB6F-4C93-FC18-4601DA92C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d6797a4fc7_0_11:notes">
            <a:extLst>
              <a:ext uri="{FF2B5EF4-FFF2-40B4-BE49-F238E27FC236}">
                <a16:creationId xmlns:a16="http://schemas.microsoft.com/office/drawing/2014/main" id="{123D860C-652E-FE54-DD8D-D41005897E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R"/>
          </a:p>
        </p:txBody>
      </p:sp>
      <p:sp>
        <p:nvSpPr>
          <p:cNvPr id="65" name="Google Shape;65;g2d6797a4fc7_0_11:notes">
            <a:extLst>
              <a:ext uri="{FF2B5EF4-FFF2-40B4-BE49-F238E27FC236}">
                <a16:creationId xmlns:a16="http://schemas.microsoft.com/office/drawing/2014/main" id="{E1D1A297-DF32-5EC5-DA9D-14D032959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1882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3DE72C3-D0E9-0815-8DDD-24D2887E9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6797a4fc7_0_15:notes">
            <a:extLst>
              <a:ext uri="{FF2B5EF4-FFF2-40B4-BE49-F238E27FC236}">
                <a16:creationId xmlns:a16="http://schemas.microsoft.com/office/drawing/2014/main" id="{39D30FFE-28B8-2F1E-9287-5F0ED43C88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R"/>
          </a:p>
        </p:txBody>
      </p:sp>
      <p:sp>
        <p:nvSpPr>
          <p:cNvPr id="70" name="Google Shape;70;g2d6797a4fc7_0_15:notes">
            <a:extLst>
              <a:ext uri="{FF2B5EF4-FFF2-40B4-BE49-F238E27FC236}">
                <a16:creationId xmlns:a16="http://schemas.microsoft.com/office/drawing/2014/main" id="{2D878473-B2E7-E742-DDE8-94D1A0031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20477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8313E93-82BB-2E5B-9962-5E25B53BA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d6797a4fc7_0_11:notes">
            <a:extLst>
              <a:ext uri="{FF2B5EF4-FFF2-40B4-BE49-F238E27FC236}">
                <a16:creationId xmlns:a16="http://schemas.microsoft.com/office/drawing/2014/main" id="{459D09DD-DD02-341A-3475-06508130AE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R"/>
          </a:p>
        </p:txBody>
      </p:sp>
      <p:sp>
        <p:nvSpPr>
          <p:cNvPr id="65" name="Google Shape;65;g2d6797a4fc7_0_11:notes">
            <a:extLst>
              <a:ext uri="{FF2B5EF4-FFF2-40B4-BE49-F238E27FC236}">
                <a16:creationId xmlns:a16="http://schemas.microsoft.com/office/drawing/2014/main" id="{FDA9BAFF-38E6-813B-C52F-6B83F30C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0606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F313A0A5-33EE-ED98-AB68-F6F3D2D5A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d6797a4fc7_0_11:notes">
            <a:extLst>
              <a:ext uri="{FF2B5EF4-FFF2-40B4-BE49-F238E27FC236}">
                <a16:creationId xmlns:a16="http://schemas.microsoft.com/office/drawing/2014/main" id="{06FF1DCD-1073-CE88-8F1A-A17C6C4E34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R"/>
          </a:p>
        </p:txBody>
      </p:sp>
      <p:sp>
        <p:nvSpPr>
          <p:cNvPr id="65" name="Google Shape;65;g2d6797a4fc7_0_11:notes">
            <a:extLst>
              <a:ext uri="{FF2B5EF4-FFF2-40B4-BE49-F238E27FC236}">
                <a16:creationId xmlns:a16="http://schemas.microsoft.com/office/drawing/2014/main" id="{3771FFA8-6735-2276-AD56-C04B4ABF6C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3212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jp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4.jp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770544"/>
            <a:ext cx="8520600" cy="11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CR" sz="2800" b="1" noProof="0" dirty="0" err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An</a:t>
            </a:r>
            <a:r>
              <a:rPr lang="es-CR" sz="2800" b="1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s-CR" sz="2800" b="1" noProof="0" dirty="0" err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intelligent</a:t>
            </a:r>
            <a:r>
              <a:rPr lang="es-CR" sz="2800" b="1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s-CR" sz="2800" b="1" noProof="0" dirty="0" err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agent</a:t>
            </a:r>
            <a:r>
              <a:rPr lang="es-CR" sz="2800" b="1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s-CR" sz="2800" b="1" noProof="0" dirty="0" err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with</a:t>
            </a:r>
            <a:r>
              <a:rPr lang="es-CR" sz="2800" b="1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a human-in-</a:t>
            </a:r>
            <a:r>
              <a:rPr lang="es-CR" sz="2800" b="1" noProof="0" dirty="0" err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the</a:t>
            </a:r>
            <a:r>
              <a:rPr lang="es-CR" sz="2800" b="1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-</a:t>
            </a:r>
            <a:r>
              <a:rPr lang="es-CR" sz="2800" b="1" noProof="0" dirty="0" err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loop</a:t>
            </a:r>
            <a:r>
              <a:rPr lang="es-CR" sz="2800" b="1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s-CR" sz="2800" b="1" noProof="0" dirty="0" err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to</a:t>
            </a:r>
            <a:r>
              <a:rPr lang="es-CR" sz="2800" b="1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s-CR" sz="2800" b="1" noProof="0" dirty="0" err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support</a:t>
            </a:r>
            <a:r>
              <a:rPr lang="es-CR" sz="2800" b="1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s-CR" sz="2800" b="1" noProof="0" dirty="0" err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security</a:t>
            </a:r>
            <a:r>
              <a:rPr lang="es-CR" sz="2800" b="1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s-CR" sz="2800" b="1" noProof="0" dirty="0" err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requirement</a:t>
            </a:r>
            <a:r>
              <a:rPr lang="es-CR" sz="2800" b="1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s-CR" sz="2800" b="1" noProof="0" dirty="0" err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specification</a:t>
            </a:r>
            <a:br>
              <a:rPr lang="es-CR" sz="2800" b="1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s-CR" sz="2000" b="1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 </a:t>
            </a:r>
            <a:r>
              <a:rPr lang="es-CR" sz="2000" b="1" noProof="0" dirty="0" err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work</a:t>
            </a:r>
            <a:r>
              <a:rPr lang="es-CR" sz="2000" b="1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in </a:t>
            </a:r>
            <a:r>
              <a:rPr lang="es-CR" sz="2000" b="1" noProof="0" dirty="0" err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progress</a:t>
            </a:r>
            <a:endParaRPr lang="es-CR" sz="2000" b="1" noProof="0" dirty="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3926925"/>
            <a:ext cx="8520600" cy="10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50000"/>
              </a:lnSpc>
            </a:pPr>
            <a:r>
              <a:rPr lang="es-CR" sz="1400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Daniel Pérez-Morera</a:t>
            </a:r>
          </a:p>
          <a:p>
            <a:pPr marL="0" indent="0">
              <a:lnSpc>
                <a:spcPct val="150000"/>
              </a:lnSpc>
            </a:pPr>
            <a:r>
              <a:rPr lang="es-CR" sz="1300" noProof="0" dirty="0">
                <a:solidFill>
                  <a:schemeClr val="lt1"/>
                </a:solidFill>
                <a:latin typeface="Barlow"/>
                <a:sym typeface="Barlow"/>
              </a:rPr>
              <a:t>daniel.perezmorera@ucr.ac.cr</a:t>
            </a:r>
            <a:endParaRPr lang="es-CR" sz="1700" noProof="0" dirty="0">
              <a:solidFill>
                <a:schemeClr val="lt1"/>
              </a:solidFill>
              <a:latin typeface="Barlow"/>
              <a:sym typeface="Barlow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">
          <a:extLst>
            <a:ext uri="{FF2B5EF4-FFF2-40B4-BE49-F238E27FC236}">
              <a16:creationId xmlns:a16="http://schemas.microsoft.com/office/drawing/2014/main" id="{E09255FC-8401-1E88-490F-034EE9459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F3A35975-0B55-6B71-BE69-DFD537B64B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33225"/>
            <a:ext cx="4039800" cy="5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990"/>
            </a:pPr>
            <a:r>
              <a:rPr lang="es-CR" sz="2320" b="1" noProof="0" dirty="0">
                <a:solidFill>
                  <a:srgbClr val="00A9F2"/>
                </a:solidFill>
                <a:latin typeface="Barlow"/>
                <a:ea typeface="Barlow"/>
                <a:cs typeface="Barlow"/>
                <a:sym typeface="Barlow"/>
              </a:rPr>
              <a:t>Introducción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61EC2EE-8592-6FB6-E417-A4F702CC0E38}"/>
              </a:ext>
            </a:extLst>
          </p:cNvPr>
          <p:cNvSpPr txBox="1"/>
          <p:nvPr/>
        </p:nvSpPr>
        <p:spPr>
          <a:xfrm>
            <a:off x="311700" y="758717"/>
            <a:ext cx="78876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R" sz="900" noProof="0" dirty="0">
                <a:solidFill>
                  <a:schemeClr val="dk2"/>
                </a:solidFill>
              </a:rPr>
              <a:t>Riaz et al. (2014) | Riaz et al. (2017) | Martínez et al. (2019)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7488A58-F3D8-C9CC-0224-E3472DC412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R" noProof="0" smtClean="0">
                <a:solidFill>
                  <a:schemeClr val="bg1"/>
                </a:solidFill>
              </a:rPr>
              <a:t>2</a:t>
            </a:fld>
            <a:endParaRPr lang="es-CR" noProof="0" dirty="0">
              <a:solidFill>
                <a:schemeClr val="bg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FBD36E6-4613-A0A7-14B0-A0E3C10D5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91" y="1109972"/>
            <a:ext cx="2880418" cy="3279684"/>
          </a:xfrm>
          <a:prstGeom prst="rect">
            <a:avLst/>
          </a:prstGeom>
        </p:spPr>
      </p:pic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F8666BBD-9A8E-DAD0-2B3B-988B6B164A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1232206"/>
              </p:ext>
            </p:extLst>
          </p:nvPr>
        </p:nvGraphicFramePr>
        <p:xfrm>
          <a:off x="4775102" y="1109972"/>
          <a:ext cx="3697356" cy="31592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665527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">
          <a:extLst>
            <a:ext uri="{FF2B5EF4-FFF2-40B4-BE49-F238E27FC236}">
              <a16:creationId xmlns:a16="http://schemas.microsoft.com/office/drawing/2014/main" id="{35216C24-6A8E-EA54-5E9E-0ABB75CC7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4998DDB5-9BAE-A3C8-F63B-C54CAEF704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33225"/>
            <a:ext cx="4039800" cy="5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990"/>
            </a:pPr>
            <a:r>
              <a:rPr lang="es-CR" sz="2320" b="1" noProof="0" dirty="0">
                <a:solidFill>
                  <a:srgbClr val="00A9F2"/>
                </a:solidFill>
                <a:latin typeface="Barlow"/>
                <a:ea typeface="Barlow"/>
                <a:cs typeface="Barlow"/>
                <a:sym typeface="Barlow"/>
              </a:rPr>
              <a:t>Que problema existe?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C6CA9B16-04B7-D45B-C4AE-412C332FD8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9426216"/>
              </p:ext>
            </p:extLst>
          </p:nvPr>
        </p:nvGraphicFramePr>
        <p:xfrm>
          <a:off x="1350264" y="1170432"/>
          <a:ext cx="6443472" cy="3005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1173E7D5-8C90-5F8C-D532-07392A691593}"/>
              </a:ext>
            </a:extLst>
          </p:cNvPr>
          <p:cNvSpPr txBox="1"/>
          <p:nvPr/>
        </p:nvSpPr>
        <p:spPr>
          <a:xfrm>
            <a:off x="311700" y="758717"/>
            <a:ext cx="78876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R" sz="900" noProof="0" dirty="0">
                <a:solidFill>
                  <a:schemeClr val="dk2"/>
                </a:solidFill>
              </a:rPr>
              <a:t>Riaz et al. (2014) | Riaz et al. (2017) | Martínez et al. (2019) | more…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1C46BB-A9B1-B889-9E2F-31AB33AB99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R" noProof="0" smtClean="0">
                <a:solidFill>
                  <a:schemeClr val="bg1"/>
                </a:solidFill>
              </a:rPr>
              <a:t>3</a:t>
            </a:fld>
            <a:endParaRPr lang="es-C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924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">
          <a:extLst>
            <a:ext uri="{FF2B5EF4-FFF2-40B4-BE49-F238E27FC236}">
              <a16:creationId xmlns:a16="http://schemas.microsoft.com/office/drawing/2014/main" id="{D157DAA2-FAF3-E1B4-C546-A3CC9097D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767E8E00-DA77-2245-CE53-4621AC3F66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40774"/>
            <a:ext cx="4357190" cy="34600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s-CR" sz="2000" noProof="0" dirty="0"/>
              <a:t>Explorar el uso de un agente virtual inteligente para apoyar la obtención de requisitos de seguridad y analizar su cobertura, relevancia y satisfacción del usuario.</a:t>
            </a:r>
          </a:p>
        </p:txBody>
      </p:sp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046CDC0F-0A26-22DD-B812-C4B3F0F256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33225"/>
            <a:ext cx="4039800" cy="5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990"/>
            </a:pPr>
            <a:r>
              <a:rPr lang="es-CR" sz="2320" b="1" noProof="0" dirty="0">
                <a:solidFill>
                  <a:srgbClr val="00A9F2"/>
                </a:solidFill>
                <a:latin typeface="Barlow"/>
                <a:ea typeface="Barlow"/>
                <a:cs typeface="Barlow"/>
                <a:sym typeface="Barlow"/>
              </a:rPr>
              <a:t>Objetivo de investigación</a:t>
            </a:r>
          </a:p>
        </p:txBody>
      </p:sp>
      <p:sp>
        <p:nvSpPr>
          <p:cNvPr id="2" name="Google Shape;74;p16">
            <a:extLst>
              <a:ext uri="{FF2B5EF4-FFF2-40B4-BE49-F238E27FC236}">
                <a16:creationId xmlns:a16="http://schemas.microsoft.com/office/drawing/2014/main" id="{928E484C-C269-B83D-BE8B-1E6F7C0866F3}"/>
              </a:ext>
            </a:extLst>
          </p:cNvPr>
          <p:cNvSpPr txBox="1">
            <a:spLocks/>
          </p:cNvSpPr>
          <p:nvPr/>
        </p:nvSpPr>
        <p:spPr>
          <a:xfrm>
            <a:off x="4792500" y="233225"/>
            <a:ext cx="40398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CR" sz="2320" b="1" noProof="0" dirty="0">
                <a:solidFill>
                  <a:srgbClr val="00A9F2"/>
                </a:solidFill>
                <a:latin typeface="Barlow"/>
                <a:ea typeface="Barlow"/>
                <a:cs typeface="Barlow"/>
                <a:sym typeface="Barlow"/>
              </a:rPr>
              <a:t>Contribuciones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F3D280B-F062-6C46-988C-A1E3C11A66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4115934"/>
              </p:ext>
            </p:extLst>
          </p:nvPr>
        </p:nvGraphicFramePr>
        <p:xfrm>
          <a:off x="4668890" y="940774"/>
          <a:ext cx="3944758" cy="30276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41C185C6-4754-BEB8-AA82-6669FB6D3642}"/>
              </a:ext>
            </a:extLst>
          </p:cNvPr>
          <p:cNvSpPr txBox="1"/>
          <p:nvPr/>
        </p:nvSpPr>
        <p:spPr>
          <a:xfrm>
            <a:off x="311700" y="708809"/>
            <a:ext cx="78876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R" sz="900" noProof="0" dirty="0">
                <a:solidFill>
                  <a:schemeClr val="dk2"/>
                </a:solidFill>
              </a:rPr>
              <a:t> Petersen et al. (2015)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4751FF-10E8-BD50-5CC0-19001B8597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R" noProof="0" smtClean="0"/>
              <a:t>4</a:t>
            </a:fld>
            <a:endParaRPr lang="es-CR" noProof="0" dirty="0"/>
          </a:p>
        </p:txBody>
      </p:sp>
    </p:spTree>
    <p:extLst>
      <p:ext uri="{BB962C8B-B14F-4D97-AF65-F5344CB8AC3E}">
        <p14:creationId xmlns:p14="http://schemas.microsoft.com/office/powerpoint/2010/main" val="30860025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">
          <a:extLst>
            <a:ext uri="{FF2B5EF4-FFF2-40B4-BE49-F238E27FC236}">
              <a16:creationId xmlns:a16="http://schemas.microsoft.com/office/drawing/2014/main" id="{FE56EDD2-15F0-DFA2-F261-BA3130B02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D87299C6-8BB5-8CB5-A49C-6D8FACDC9D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R" b="1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Metodología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28DAA31-0BA3-B069-412D-993B106BF3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R" noProof="0" smtClean="0">
                <a:solidFill>
                  <a:schemeClr val="bg1"/>
                </a:solidFill>
              </a:rPr>
              <a:t>5</a:t>
            </a:fld>
            <a:endParaRPr lang="es-C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854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">
          <a:extLst>
            <a:ext uri="{FF2B5EF4-FFF2-40B4-BE49-F238E27FC236}">
              <a16:creationId xmlns:a16="http://schemas.microsoft.com/office/drawing/2014/main" id="{B2C5F52F-93EC-724E-34BC-E6BDFAD25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F0ABA74D-E5AD-3E45-CD53-28701F8F42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1244081"/>
              </p:ext>
            </p:extLst>
          </p:nvPr>
        </p:nvGraphicFramePr>
        <p:xfrm>
          <a:off x="528066" y="1067384"/>
          <a:ext cx="8087868" cy="3161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Google Shape;74;p16">
            <a:extLst>
              <a:ext uri="{FF2B5EF4-FFF2-40B4-BE49-F238E27FC236}">
                <a16:creationId xmlns:a16="http://schemas.microsoft.com/office/drawing/2014/main" id="{C6C8432F-788A-CAEB-7047-4313EFB338A6}"/>
              </a:ext>
            </a:extLst>
          </p:cNvPr>
          <p:cNvSpPr txBox="1">
            <a:spLocks/>
          </p:cNvSpPr>
          <p:nvPr/>
        </p:nvSpPr>
        <p:spPr>
          <a:xfrm>
            <a:off x="311700" y="233225"/>
            <a:ext cx="40398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CR" sz="2320" b="1" noProof="0" dirty="0">
                <a:solidFill>
                  <a:srgbClr val="00A9F2"/>
                </a:solidFill>
                <a:latin typeface="Barlow"/>
                <a:ea typeface="Barlow"/>
                <a:cs typeface="Barlow"/>
                <a:sym typeface="Barlow"/>
              </a:rPr>
              <a:t>Preguntas de Investigación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3C6554-2DCB-20B4-4B7F-DDF8D43587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R" noProof="0" smtClean="0">
                <a:solidFill>
                  <a:schemeClr val="bg1"/>
                </a:solidFill>
              </a:rPr>
              <a:t>6</a:t>
            </a:fld>
            <a:endParaRPr lang="es-C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749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">
          <a:extLst>
            <a:ext uri="{FF2B5EF4-FFF2-40B4-BE49-F238E27FC236}">
              <a16:creationId xmlns:a16="http://schemas.microsoft.com/office/drawing/2014/main" id="{6D144FED-9002-4A8A-4FD0-5C94FB920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74;p16">
            <a:extLst>
              <a:ext uri="{FF2B5EF4-FFF2-40B4-BE49-F238E27FC236}">
                <a16:creationId xmlns:a16="http://schemas.microsoft.com/office/drawing/2014/main" id="{6C91CA4B-6174-1E8C-6D71-8FDCDBC4B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33225"/>
            <a:ext cx="4039800" cy="5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000000"/>
              </a:buClr>
              <a:buSzPts val="990"/>
            </a:pPr>
            <a:r>
              <a:rPr lang="es-CR" sz="2320" b="1" noProof="0" dirty="0">
                <a:solidFill>
                  <a:srgbClr val="00A9F2"/>
                </a:solidFill>
                <a:latin typeface="Barlow"/>
                <a:ea typeface="Barlow"/>
                <a:cs typeface="Barlow"/>
                <a:sym typeface="Barlow"/>
              </a:rPr>
              <a:t>Diseño experimental</a:t>
            </a:r>
          </a:p>
        </p:txBody>
      </p:sp>
      <p:sp>
        <p:nvSpPr>
          <p:cNvPr id="21" name="Google Shape;74;p16">
            <a:extLst>
              <a:ext uri="{FF2B5EF4-FFF2-40B4-BE49-F238E27FC236}">
                <a16:creationId xmlns:a16="http://schemas.microsoft.com/office/drawing/2014/main" id="{D25C9671-2FD2-8742-7608-6E4C1F8EFC57}"/>
              </a:ext>
            </a:extLst>
          </p:cNvPr>
          <p:cNvSpPr txBox="1">
            <a:spLocks/>
          </p:cNvSpPr>
          <p:nvPr/>
        </p:nvSpPr>
        <p:spPr>
          <a:xfrm>
            <a:off x="4668890" y="230968"/>
            <a:ext cx="40398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Clr>
                <a:srgbClr val="000000"/>
              </a:buClr>
              <a:buSzPts val="990"/>
            </a:pPr>
            <a:r>
              <a:rPr lang="es-CR" sz="2320" b="1" noProof="0" dirty="0">
                <a:solidFill>
                  <a:srgbClr val="00A9F2"/>
                </a:solidFill>
                <a:latin typeface="Barlow"/>
                <a:ea typeface="Barlow"/>
                <a:cs typeface="Barlow"/>
                <a:sym typeface="Barlow"/>
              </a:rPr>
              <a:t>Flujo de Interacción</a:t>
            </a:r>
            <a:endParaRPr kumimoji="0" lang="es-CR" sz="2320" b="1" i="0" u="none" strike="noStrike" kern="0" cap="none" spc="0" normalizeH="0" baseline="0" noProof="0" dirty="0">
              <a:ln>
                <a:noFill/>
              </a:ln>
              <a:solidFill>
                <a:srgbClr val="00A9F2"/>
              </a:solidFill>
              <a:effectLst/>
              <a:uLnTx/>
              <a:uFillTx/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12608F-87EF-D19C-4C1D-D1CF5AFA7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R" noProof="0" smtClean="0">
                <a:solidFill>
                  <a:schemeClr val="bg1"/>
                </a:solidFill>
              </a:rPr>
              <a:t>7</a:t>
            </a:fld>
            <a:endParaRPr lang="es-CR" noProof="0" dirty="0">
              <a:solidFill>
                <a:schemeClr val="bg1"/>
              </a:solidFill>
            </a:endParaRP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385983A0-4580-609B-C99B-14A541A744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222806"/>
              </p:ext>
            </p:extLst>
          </p:nvPr>
        </p:nvGraphicFramePr>
        <p:xfrm>
          <a:off x="235363" y="1007889"/>
          <a:ext cx="4192473" cy="3127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B854A375-0A56-2C53-5CAD-58BDC1AE3BAD}"/>
              </a:ext>
            </a:extLst>
          </p:cNvPr>
          <p:cNvSpPr txBox="1"/>
          <p:nvPr/>
        </p:nvSpPr>
        <p:spPr>
          <a:xfrm>
            <a:off x="311700" y="708809"/>
            <a:ext cx="41161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R" sz="900" noProof="0" dirty="0"/>
              <a:t>Between-</a:t>
            </a:r>
            <a:r>
              <a:rPr lang="es-CR" sz="900" noProof="0" dirty="0" err="1"/>
              <a:t>subjects</a:t>
            </a:r>
            <a:endParaRPr lang="es-CR" sz="900" noProof="0" dirty="0">
              <a:solidFill>
                <a:schemeClr val="dk2"/>
              </a:solidFill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72A3DCA-34B6-B3EE-0DE2-DE05EC2CD2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6166" y="1449278"/>
            <a:ext cx="4349134" cy="224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309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">
          <a:extLst>
            <a:ext uri="{FF2B5EF4-FFF2-40B4-BE49-F238E27FC236}">
              <a16:creationId xmlns:a16="http://schemas.microsoft.com/office/drawing/2014/main" id="{EB647577-35A6-8784-85F3-20503ED36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4;p16">
            <a:extLst>
              <a:ext uri="{FF2B5EF4-FFF2-40B4-BE49-F238E27FC236}">
                <a16:creationId xmlns:a16="http://schemas.microsoft.com/office/drawing/2014/main" id="{A705C6F1-1D2B-E8FF-302C-3993A2F0B7F6}"/>
              </a:ext>
            </a:extLst>
          </p:cNvPr>
          <p:cNvSpPr txBox="1">
            <a:spLocks/>
          </p:cNvSpPr>
          <p:nvPr/>
        </p:nvSpPr>
        <p:spPr>
          <a:xfrm>
            <a:off x="311700" y="233225"/>
            <a:ext cx="40398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CR" sz="2320" b="1" noProof="0" dirty="0">
                <a:solidFill>
                  <a:srgbClr val="00A9F2"/>
                </a:solidFill>
                <a:latin typeface="Barlow"/>
                <a:ea typeface="Barlow"/>
                <a:cs typeface="Barlow"/>
                <a:sym typeface="Barlow"/>
              </a:rPr>
              <a:t>Métricas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F45A26B-CD8E-7B08-4628-7551F28D221E}"/>
              </a:ext>
            </a:extLst>
          </p:cNvPr>
          <p:cNvSpPr/>
          <p:nvPr/>
        </p:nvSpPr>
        <p:spPr>
          <a:xfrm>
            <a:off x="3818967" y="2385420"/>
            <a:ext cx="1506066" cy="372659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s-CR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B95F51-B82F-2AEC-60F6-9AC60931AA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R" noProof="0" smtClean="0">
                <a:solidFill>
                  <a:schemeClr val="bg1"/>
                </a:solidFill>
              </a:rPr>
              <a:t>8</a:t>
            </a:fld>
            <a:endParaRPr lang="es-CR" noProof="0"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86F9645-D332-40E4-D449-EDDAB96A7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736" y="2758079"/>
            <a:ext cx="2592822" cy="1503186"/>
          </a:xfrm>
          <a:prstGeom prst="rect">
            <a:avLst/>
          </a:prstGeom>
        </p:spPr>
      </p:pic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7FE2D8A4-6F55-428B-8729-78BE14E9A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727817"/>
              </p:ext>
            </p:extLst>
          </p:nvPr>
        </p:nvGraphicFramePr>
        <p:xfrm>
          <a:off x="605897" y="1045786"/>
          <a:ext cx="5341677" cy="3051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559">
                  <a:extLst>
                    <a:ext uri="{9D8B030D-6E8A-4147-A177-3AD203B41FA5}">
                      <a16:colId xmlns:a16="http://schemas.microsoft.com/office/drawing/2014/main" val="2565575687"/>
                    </a:ext>
                  </a:extLst>
                </a:gridCol>
                <a:gridCol w="1780559">
                  <a:extLst>
                    <a:ext uri="{9D8B030D-6E8A-4147-A177-3AD203B41FA5}">
                      <a16:colId xmlns:a16="http://schemas.microsoft.com/office/drawing/2014/main" val="3329180980"/>
                    </a:ext>
                  </a:extLst>
                </a:gridCol>
                <a:gridCol w="1780559">
                  <a:extLst>
                    <a:ext uri="{9D8B030D-6E8A-4147-A177-3AD203B41FA5}">
                      <a16:colId xmlns:a16="http://schemas.microsoft.com/office/drawing/2014/main" val="854969526"/>
                    </a:ext>
                  </a:extLst>
                </a:gridCol>
              </a:tblGrid>
              <a:tr h="766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1600" noProof="0" dirty="0"/>
                        <a:t>Métrica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1600" noProof="0" dirty="0"/>
                        <a:t>Instrumento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1600" noProof="0" dirty="0"/>
                        <a:t>Evalúa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541426"/>
                  </a:ext>
                </a:extLst>
              </a:tr>
              <a:tr h="7522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1600" noProof="0" dirty="0"/>
                        <a:t>Cobertura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1600" noProof="0" dirty="0" err="1"/>
                        <a:t>Recall</a:t>
                      </a:r>
                      <a:endParaRPr lang="es-CR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1600" noProof="0" dirty="0"/>
                        <a:t>Requisitos encontrados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935392"/>
                  </a:ext>
                </a:extLst>
              </a:tr>
              <a:tr h="766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1600" noProof="0" dirty="0"/>
                        <a:t>Pertinencia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1600" noProof="0" dirty="0" err="1"/>
                        <a:t>Precision</a:t>
                      </a:r>
                      <a:endParaRPr lang="es-CR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1600" noProof="0" dirty="0"/>
                        <a:t>Calidad de resultados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615953"/>
                  </a:ext>
                </a:extLst>
              </a:tr>
              <a:tr h="766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1600" noProof="0" dirty="0"/>
                        <a:t>Satisfacción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1600" noProof="0" dirty="0"/>
                        <a:t>SUS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1600" noProof="0" dirty="0"/>
                        <a:t>Experiencia del usuario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7546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7956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">
          <a:extLst>
            <a:ext uri="{FF2B5EF4-FFF2-40B4-BE49-F238E27FC236}">
              <a16:creationId xmlns:a16="http://schemas.microsoft.com/office/drawing/2014/main" id="{F9BEEDF2-9628-9146-2FAE-B3A090498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4;p16">
            <a:extLst>
              <a:ext uri="{FF2B5EF4-FFF2-40B4-BE49-F238E27FC236}">
                <a16:creationId xmlns:a16="http://schemas.microsoft.com/office/drawing/2014/main" id="{2F392668-4F8C-2542-FBE2-580E26759013}"/>
              </a:ext>
            </a:extLst>
          </p:cNvPr>
          <p:cNvSpPr txBox="1">
            <a:spLocks/>
          </p:cNvSpPr>
          <p:nvPr/>
        </p:nvSpPr>
        <p:spPr>
          <a:xfrm>
            <a:off x="311700" y="233225"/>
            <a:ext cx="40398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CR" sz="2320" b="1" noProof="0" dirty="0">
                <a:solidFill>
                  <a:srgbClr val="00A9F2"/>
                </a:solidFill>
                <a:latin typeface="Barlow"/>
                <a:ea typeface="Barlow"/>
                <a:cs typeface="Barlow"/>
                <a:sym typeface="Barlow"/>
              </a:rPr>
              <a:t>Métricas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FC406D9-9CCE-1BFF-9005-EF398B85C588}"/>
              </a:ext>
            </a:extLst>
          </p:cNvPr>
          <p:cNvSpPr/>
          <p:nvPr/>
        </p:nvSpPr>
        <p:spPr>
          <a:xfrm>
            <a:off x="3818967" y="2385420"/>
            <a:ext cx="1506066" cy="372659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s-CR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C3BC5E-2735-CDBC-7A14-F6A7B9AD98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R" noProof="0" smtClean="0">
                <a:solidFill>
                  <a:schemeClr val="bg1"/>
                </a:solidFill>
              </a:rPr>
              <a:t>9</a:t>
            </a:fld>
            <a:endParaRPr lang="es-CR" noProof="0"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A4B6692-8027-1E5D-1F55-32D4CA450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4031" y="795800"/>
            <a:ext cx="5977527" cy="3465465"/>
          </a:xfrm>
          <a:prstGeom prst="rect">
            <a:avLst/>
          </a:prstGeom>
        </p:spPr>
      </p:pic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E8E3D18B-4B07-27D3-71AD-1AA9A3E7E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371414"/>
              </p:ext>
            </p:extLst>
          </p:nvPr>
        </p:nvGraphicFramePr>
        <p:xfrm>
          <a:off x="311700" y="2906391"/>
          <a:ext cx="2369232" cy="1525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744">
                  <a:extLst>
                    <a:ext uri="{9D8B030D-6E8A-4147-A177-3AD203B41FA5}">
                      <a16:colId xmlns:a16="http://schemas.microsoft.com/office/drawing/2014/main" val="2565575687"/>
                    </a:ext>
                  </a:extLst>
                </a:gridCol>
                <a:gridCol w="789744">
                  <a:extLst>
                    <a:ext uri="{9D8B030D-6E8A-4147-A177-3AD203B41FA5}">
                      <a16:colId xmlns:a16="http://schemas.microsoft.com/office/drawing/2014/main" val="3329180980"/>
                    </a:ext>
                  </a:extLst>
                </a:gridCol>
                <a:gridCol w="789744">
                  <a:extLst>
                    <a:ext uri="{9D8B030D-6E8A-4147-A177-3AD203B41FA5}">
                      <a16:colId xmlns:a16="http://schemas.microsoft.com/office/drawing/2014/main" val="854969526"/>
                    </a:ext>
                  </a:extLst>
                </a:gridCol>
              </a:tblGrid>
              <a:tr h="3832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800" noProof="0" dirty="0"/>
                        <a:t>Métrica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800" noProof="0" dirty="0"/>
                        <a:t>Instrumento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800" noProof="0" dirty="0"/>
                        <a:t>Evalúa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541426"/>
                  </a:ext>
                </a:extLst>
              </a:tr>
              <a:tr h="3761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800" noProof="0" dirty="0"/>
                        <a:t>Cobertura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800" noProof="0" dirty="0" err="1"/>
                        <a:t>Recall</a:t>
                      </a:r>
                      <a:endParaRPr lang="es-CR" sz="8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800" noProof="0" dirty="0"/>
                        <a:t>Requisitos encontrados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935392"/>
                  </a:ext>
                </a:extLst>
              </a:tr>
              <a:tr h="3832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800" noProof="0" dirty="0"/>
                        <a:t>Pertinencia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800" noProof="0" dirty="0" err="1"/>
                        <a:t>Precision</a:t>
                      </a:r>
                      <a:endParaRPr lang="es-CR" sz="8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800" noProof="0" dirty="0"/>
                        <a:t>Calidad de resultados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615953"/>
                  </a:ext>
                </a:extLst>
              </a:tr>
              <a:tr h="3832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800" noProof="0" dirty="0"/>
                        <a:t>Satisfacción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800" noProof="0" dirty="0"/>
                        <a:t>SUS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R" sz="800" noProof="0" dirty="0"/>
                        <a:t>Experiencia del usuario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7546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7611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">
          <a:extLst>
            <a:ext uri="{FF2B5EF4-FFF2-40B4-BE49-F238E27FC236}">
              <a16:creationId xmlns:a16="http://schemas.microsoft.com/office/drawing/2014/main" id="{31D420B7-D8CC-3D94-5282-B41D2A127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0CAE8293-9634-BB57-E93A-EA9356026C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33225"/>
            <a:ext cx="4039800" cy="5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990"/>
            </a:pPr>
            <a:r>
              <a:rPr lang="es-CR" sz="2320" b="1" noProof="0" dirty="0">
                <a:solidFill>
                  <a:srgbClr val="00A9F2"/>
                </a:solidFill>
                <a:latin typeface="Barlow"/>
                <a:ea typeface="Barlow"/>
                <a:cs typeface="Barlow"/>
                <a:sym typeface="Barlow"/>
              </a:rPr>
              <a:t>Amenazas a la validez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C6902F86-3715-BB10-472D-78B9AF1A63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8782529"/>
              </p:ext>
            </p:extLst>
          </p:nvPr>
        </p:nvGraphicFramePr>
        <p:xfrm>
          <a:off x="1195129" y="840475"/>
          <a:ext cx="6753741" cy="34625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0A43904-98B7-A1C7-FBED-E1B111AEE5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R" noProof="0" smtClean="0">
                <a:solidFill>
                  <a:schemeClr val="bg1"/>
                </a:solidFill>
              </a:rPr>
              <a:t>10</a:t>
            </a:fld>
            <a:endParaRPr lang="es-C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229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">
          <a:extLst>
            <a:ext uri="{FF2B5EF4-FFF2-40B4-BE49-F238E27FC236}">
              <a16:creationId xmlns:a16="http://schemas.microsoft.com/office/drawing/2014/main" id="{05DEB132-CFAC-D06A-3637-A54E7F141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C3DF5FD0-978A-C0FC-61D4-D536273480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R" b="1" noProof="0" dirty="0" err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Results</a:t>
            </a:r>
            <a:endParaRPr lang="es-CR" b="1" noProof="0" dirty="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0596DCB-EF2E-DBB1-EA81-403EA00A0E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R" noProof="0" smtClean="0">
                <a:solidFill>
                  <a:schemeClr val="bg1"/>
                </a:solidFill>
              </a:rPr>
              <a:t>11</a:t>
            </a:fld>
            <a:endParaRPr lang="es-C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026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">
          <a:extLst>
            <a:ext uri="{FF2B5EF4-FFF2-40B4-BE49-F238E27FC236}">
              <a16:creationId xmlns:a16="http://schemas.microsoft.com/office/drawing/2014/main" id="{CC3B0050-BCF2-89FE-42E3-AE98272E2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74;p16">
            <a:extLst>
              <a:ext uri="{FF2B5EF4-FFF2-40B4-BE49-F238E27FC236}">
                <a16:creationId xmlns:a16="http://schemas.microsoft.com/office/drawing/2014/main" id="{E2378774-049D-6134-CA41-F8EC6D405F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9894" y="479716"/>
            <a:ext cx="6741108" cy="5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990"/>
            </a:pPr>
            <a:r>
              <a:rPr lang="es-CR" sz="2320" b="1" noProof="0" dirty="0">
                <a:solidFill>
                  <a:srgbClr val="00A9F2"/>
                </a:solidFill>
                <a:latin typeface="Barlow"/>
                <a:ea typeface="Barlow"/>
                <a:cs typeface="Barlow"/>
                <a:sym typeface="Barlow"/>
              </a:rPr>
              <a:t>Resultados de cobertura y relevancia (RQ1, RQ2)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5D03D65-A5D0-2C47-8B4F-BE4838ADD8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R" noProof="0" smtClean="0">
                <a:solidFill>
                  <a:schemeClr val="bg1"/>
                </a:solidFill>
              </a:rPr>
              <a:t>12</a:t>
            </a:fld>
            <a:endParaRPr lang="es-CR" noProof="0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E72C41-1F20-3C2A-D3D8-27AEE7193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297" y="1387433"/>
            <a:ext cx="6071406" cy="236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41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">
          <a:extLst>
            <a:ext uri="{FF2B5EF4-FFF2-40B4-BE49-F238E27FC236}">
              <a16:creationId xmlns:a16="http://schemas.microsoft.com/office/drawing/2014/main" id="{4BDADA83-B3C3-42BE-579D-288458902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74;p16">
            <a:extLst>
              <a:ext uri="{FF2B5EF4-FFF2-40B4-BE49-F238E27FC236}">
                <a16:creationId xmlns:a16="http://schemas.microsoft.com/office/drawing/2014/main" id="{FC5A87AB-B4E6-86A3-38D8-F372369D49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9894" y="479716"/>
            <a:ext cx="6741108" cy="5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990"/>
            </a:pPr>
            <a:r>
              <a:rPr lang="es-CR" sz="2320" b="1" noProof="0" dirty="0">
                <a:solidFill>
                  <a:srgbClr val="00A9F2"/>
                </a:solidFill>
                <a:latin typeface="Barlow"/>
                <a:ea typeface="Barlow"/>
                <a:cs typeface="Barlow"/>
                <a:sym typeface="Barlow"/>
              </a:rPr>
              <a:t>Usabilidad del sistema (RQ3)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40F5E10-2F58-1E81-ED87-AF11A8D7AE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CR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lang="es-CR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D5BDAB-8EC1-61D5-6C13-C8ACFECD7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42" y="1059049"/>
            <a:ext cx="7788315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514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">
          <a:extLst>
            <a:ext uri="{FF2B5EF4-FFF2-40B4-BE49-F238E27FC236}">
              <a16:creationId xmlns:a16="http://schemas.microsoft.com/office/drawing/2014/main" id="{9FA3ED73-D2B9-0DE1-3F08-7D3DA7B0A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3FA4B4B0-6868-A653-999A-87AF785B26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R" b="1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Discusión y Conclusiones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1115F15-8897-8AAD-A5A9-09DC15EC3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R" noProof="0" smtClean="0">
                <a:solidFill>
                  <a:schemeClr val="bg1"/>
                </a:solidFill>
              </a:rPr>
              <a:t>14</a:t>
            </a:fld>
            <a:endParaRPr lang="es-C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0271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">
          <a:extLst>
            <a:ext uri="{FF2B5EF4-FFF2-40B4-BE49-F238E27FC236}">
              <a16:creationId xmlns:a16="http://schemas.microsoft.com/office/drawing/2014/main" id="{0C426F39-C00B-D62B-381E-F78360136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01B8625B-53F9-356D-F281-3D9D50A8B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33225"/>
            <a:ext cx="4039800" cy="5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990"/>
            </a:pPr>
            <a:r>
              <a:rPr lang="es-CR" sz="2320" b="1" noProof="0" dirty="0">
                <a:solidFill>
                  <a:srgbClr val="00A9F2"/>
                </a:solidFill>
                <a:latin typeface="Barlow"/>
                <a:ea typeface="Barlow"/>
                <a:cs typeface="Barlow"/>
                <a:sym typeface="Barlow"/>
              </a:rPr>
              <a:t>Discusión y Conclusiones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41050551-5D6C-2EB4-D49C-2F6B284AA2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90716"/>
              </p:ext>
            </p:extLst>
          </p:nvPr>
        </p:nvGraphicFramePr>
        <p:xfrm>
          <a:off x="1350264" y="1170432"/>
          <a:ext cx="6443472" cy="3005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BD642D-4E90-C666-A99A-4577C02808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CR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lang="es-CR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6560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">
          <a:extLst>
            <a:ext uri="{FF2B5EF4-FFF2-40B4-BE49-F238E27FC236}">
              <a16:creationId xmlns:a16="http://schemas.microsoft.com/office/drawing/2014/main" id="{FFF479E7-743E-52C1-D8AF-9B74C1EB0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D430B8CF-8309-40FC-B438-C9608ED4A0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R" b="1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Q&amp;A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9729D7B-CAEC-C50A-E60D-918C208A6D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R" noProof="0" smtClean="0">
                <a:solidFill>
                  <a:schemeClr val="bg1"/>
                </a:solidFill>
              </a:rPr>
              <a:t>16</a:t>
            </a:fld>
            <a:endParaRPr lang="es-C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387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">
          <a:extLst>
            <a:ext uri="{FF2B5EF4-FFF2-40B4-BE49-F238E27FC236}">
              <a16:creationId xmlns:a16="http://schemas.microsoft.com/office/drawing/2014/main" id="{5F4FFD4A-954E-C718-7691-206800457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5A55AFBB-CFF1-3EEC-7586-86BB20F769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R" b="1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Gracias</a:t>
            </a:r>
          </a:p>
        </p:txBody>
      </p:sp>
      <p:sp>
        <p:nvSpPr>
          <p:cNvPr id="3" name="Google Shape;56;p13">
            <a:extLst>
              <a:ext uri="{FF2B5EF4-FFF2-40B4-BE49-F238E27FC236}">
                <a16:creationId xmlns:a16="http://schemas.microsoft.com/office/drawing/2014/main" id="{F0DA7B92-31A2-DF94-93F6-BE7C91AC1D19}"/>
              </a:ext>
            </a:extLst>
          </p:cNvPr>
          <p:cNvSpPr txBox="1">
            <a:spLocks/>
          </p:cNvSpPr>
          <p:nvPr/>
        </p:nvSpPr>
        <p:spPr>
          <a:xfrm>
            <a:off x="311700" y="3926925"/>
            <a:ext cx="8520600" cy="10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CR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Daniel Pérez-Morera</a:t>
            </a:r>
          </a:p>
          <a:p>
            <a:pPr algn="ctr">
              <a:lnSpc>
                <a:spcPct val="150000"/>
              </a:lnSpc>
            </a:pPr>
            <a:r>
              <a:rPr lang="es-CR" noProof="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daniel.perezmorera@ucr.ac.cr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850A5E-18D8-2676-68BF-90301D7AFE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R" noProof="0" smtClean="0">
                <a:solidFill>
                  <a:schemeClr val="bg1"/>
                </a:solidFill>
              </a:rPr>
              <a:t>17</a:t>
            </a:fld>
            <a:endParaRPr lang="es-C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678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4954</TotalTime>
  <Words>463</Words>
  <Application>Microsoft Office PowerPoint</Application>
  <PresentationFormat>Presentación en pantalla (16:9)</PresentationFormat>
  <Paragraphs>105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Barlow</vt:lpstr>
      <vt:lpstr>Arial</vt:lpstr>
      <vt:lpstr>Simple Light</vt:lpstr>
      <vt:lpstr>An intelligent agent with a human-in-the-loop to support security requirement specification A work in progress</vt:lpstr>
      <vt:lpstr>Introducción </vt:lpstr>
      <vt:lpstr>Que problema existe?</vt:lpstr>
      <vt:lpstr>Objetivo de investigación</vt:lpstr>
      <vt:lpstr>Metodología</vt:lpstr>
      <vt:lpstr>Presentación de PowerPoint</vt:lpstr>
      <vt:lpstr>Diseño experimental</vt:lpstr>
      <vt:lpstr>Presentación de PowerPoint</vt:lpstr>
      <vt:lpstr>Presentación de PowerPoint</vt:lpstr>
      <vt:lpstr>Amenazas a la validez</vt:lpstr>
      <vt:lpstr>Results</vt:lpstr>
      <vt:lpstr>Resultados de cobertura y relevancia (RQ1, RQ2)</vt:lpstr>
      <vt:lpstr>Usabilidad del sistema (RQ3)</vt:lpstr>
      <vt:lpstr>Discusión y Conclusiones</vt:lpstr>
      <vt:lpstr>Discusión y Conclusiones</vt:lpstr>
      <vt:lpstr>Q&amp;A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 Pérez Morera</dc:creator>
  <cp:lastModifiedBy>DANIEL ALBERTO PEREZ MORERA</cp:lastModifiedBy>
  <cp:revision>43</cp:revision>
  <dcterms:modified xsi:type="dcterms:W3CDTF">2026-06-23T20:40:10Z</dcterms:modified>
</cp:coreProperties>
</file>